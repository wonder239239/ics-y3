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5" r:id="rId1"/>
    <p:sldMasterId id="2147483686" r:id="rId2"/>
  </p:sldMasterIdLst>
  <p:notesMasterIdLst>
    <p:notesMasterId r:id="rId33"/>
  </p:notesMasterIdLst>
  <p:sldIdLst>
    <p:sldId id="256" r:id="rId3"/>
    <p:sldId id="257" r:id="rId4"/>
    <p:sldId id="259" r:id="rId5"/>
    <p:sldId id="260" r:id="rId6"/>
    <p:sldId id="261" r:id="rId7"/>
    <p:sldId id="264" r:id="rId8"/>
    <p:sldId id="285" r:id="rId9"/>
    <p:sldId id="265" r:id="rId10"/>
    <p:sldId id="262" r:id="rId11"/>
    <p:sldId id="266" r:id="rId12"/>
    <p:sldId id="267" r:id="rId13"/>
    <p:sldId id="268" r:id="rId14"/>
    <p:sldId id="269" r:id="rId15"/>
    <p:sldId id="270" r:id="rId16"/>
    <p:sldId id="286" r:id="rId17"/>
    <p:sldId id="271" r:id="rId18"/>
    <p:sldId id="272" r:id="rId19"/>
    <p:sldId id="273" r:id="rId20"/>
    <p:sldId id="274" r:id="rId21"/>
    <p:sldId id="275" r:id="rId22"/>
    <p:sldId id="276" r:id="rId23"/>
    <p:sldId id="290" r:id="rId24"/>
    <p:sldId id="291" r:id="rId25"/>
    <p:sldId id="278" r:id="rId26"/>
    <p:sldId id="279" r:id="rId27"/>
    <p:sldId id="280" r:id="rId28"/>
    <p:sldId id="281" r:id="rId29"/>
    <p:sldId id="282" r:id="rId30"/>
    <p:sldId id="283" r:id="rId31"/>
    <p:sldId id="284" r:id="rId32"/>
  </p:sldIdLst>
  <p:sldSz cx="12192000" cy="6858000"/>
  <p:notesSz cx="7102475" cy="1023302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58"/>
    <p:restoredTop sz="76867"/>
  </p:normalViewPr>
  <p:slideViewPr>
    <p:cSldViewPr snapToGrid="0">
      <p:cViewPr varScale="1">
        <p:scale>
          <a:sx n="89" d="100"/>
          <a:sy n="89" d="100"/>
        </p:scale>
        <p:origin x="126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7739" cy="513428"/>
          </a:xfrm>
          <a:prstGeom prst="rect">
            <a:avLst/>
          </a:prstGeom>
          <a:noFill/>
          <a:ln>
            <a:noFill/>
          </a:ln>
        </p:spPr>
        <p:txBody>
          <a:bodyPr spcFirstLastPara="1" wrap="square" lIns="99050" tIns="49525" rIns="99050" bIns="49525"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023092" y="0"/>
            <a:ext cx="3077739" cy="513428"/>
          </a:xfrm>
          <a:prstGeom prst="rect">
            <a:avLst/>
          </a:prstGeom>
          <a:noFill/>
          <a:ln>
            <a:noFill/>
          </a:ln>
        </p:spPr>
        <p:txBody>
          <a:bodyPr spcFirstLastPara="1" wrap="square" lIns="99050" tIns="49525" rIns="99050" bIns="49525"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10248" y="4924643"/>
            <a:ext cx="5681980" cy="4029254"/>
          </a:xfrm>
          <a:prstGeom prst="rect">
            <a:avLst/>
          </a:prstGeom>
          <a:noFill/>
          <a:ln>
            <a:noFill/>
          </a:ln>
        </p:spPr>
        <p:txBody>
          <a:bodyPr spcFirstLastPara="1" wrap="square" lIns="99050" tIns="49525" rIns="99050" bIns="495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719598"/>
            <a:ext cx="3077739" cy="513427"/>
          </a:xfrm>
          <a:prstGeom prst="rect">
            <a:avLst/>
          </a:prstGeom>
          <a:noFill/>
          <a:ln>
            <a:noFill/>
          </a:ln>
        </p:spPr>
        <p:txBody>
          <a:bodyPr spcFirstLastPara="1" wrap="square" lIns="99050" tIns="49525" rIns="99050" bIns="49525"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023092" y="9719598"/>
            <a:ext cx="3077739" cy="513427"/>
          </a:xfrm>
          <a:prstGeom prst="rect">
            <a:avLst/>
          </a:prstGeom>
          <a:noFill/>
          <a:ln>
            <a:noFill/>
          </a:ln>
        </p:spPr>
        <p:txBody>
          <a:bodyPr spcFirstLastPara="1" wrap="square" lIns="99050" tIns="49525" rIns="99050" bIns="495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lvl="0" indent="0" algn="l" rtl="0">
              <a:spcBef>
                <a:spcPts val="0"/>
              </a:spcBef>
              <a:spcAft>
                <a:spcPts val="0"/>
              </a:spcAft>
              <a:buNone/>
            </a:pPr>
            <a:endParaRPr dirty="0"/>
          </a:p>
        </p:txBody>
      </p:sp>
      <p:sp>
        <p:nvSpPr>
          <p:cNvPr id="292" name="Google Shape;292;p1: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dirty="0"/>
          </a:p>
        </p:txBody>
      </p:sp>
      <p:sp>
        <p:nvSpPr>
          <p:cNvPr id="303" name="Google Shape;303;p2: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e4580d8323_0_19019: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3e4580d8323_0_19019: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dirty="0"/>
          </a:p>
        </p:txBody>
      </p:sp>
      <p:sp>
        <p:nvSpPr>
          <p:cNvPr id="335" name="Google Shape;335;g3e4580d8323_0_19019:notes"/>
          <p:cNvSpPr txBox="1">
            <a:spLocks noGrp="1"/>
          </p:cNvSpPr>
          <p:nvPr>
            <p:ph type="sldNum" idx="12"/>
          </p:nvPr>
        </p:nvSpPr>
        <p:spPr>
          <a:xfrm>
            <a:off x="4023092" y="9719598"/>
            <a:ext cx="3077700" cy="513300"/>
          </a:xfrm>
          <a:prstGeom prst="rect">
            <a:avLst/>
          </a:prstGeom>
        </p:spPr>
        <p:txBody>
          <a:bodyPr spcFirstLastPara="1" wrap="square" lIns="99050" tIns="49525" rIns="99050" bIns="495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e4580d8323_0_15259: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3e4580d8323_0_15259: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dirty="0"/>
          </a:p>
        </p:txBody>
      </p:sp>
      <p:sp>
        <p:nvSpPr>
          <p:cNvPr id="350" name="Google Shape;350;g3e4580d8323_0_15259:notes"/>
          <p:cNvSpPr txBox="1">
            <a:spLocks noGrp="1"/>
          </p:cNvSpPr>
          <p:nvPr>
            <p:ph type="sldNum" idx="12"/>
          </p:nvPr>
        </p:nvSpPr>
        <p:spPr>
          <a:xfrm>
            <a:off x="4023092" y="9719598"/>
            <a:ext cx="3077700" cy="513300"/>
          </a:xfrm>
          <a:prstGeom prst="rect">
            <a:avLst/>
          </a:prstGeom>
        </p:spPr>
        <p:txBody>
          <a:bodyPr spcFirstLastPara="1" wrap="square" lIns="99050" tIns="49525" rIns="99050" bIns="495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3: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endParaRPr dirty="0"/>
          </a:p>
        </p:txBody>
      </p:sp>
      <p:sp>
        <p:nvSpPr>
          <p:cNvPr id="356" name="Google Shape;356;p3: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3e4580d8323_0_2574: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3e4580d8323_0_2574: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dirty="0"/>
          </a:p>
        </p:txBody>
      </p:sp>
      <p:sp>
        <p:nvSpPr>
          <p:cNvPr id="422" name="Google Shape;422;g3e4580d8323_0_2574:notes"/>
          <p:cNvSpPr txBox="1">
            <a:spLocks noGrp="1"/>
          </p:cNvSpPr>
          <p:nvPr>
            <p:ph type="sldNum" idx="12"/>
          </p:nvPr>
        </p:nvSpPr>
        <p:spPr>
          <a:xfrm>
            <a:off x="4023092" y="9719598"/>
            <a:ext cx="3077700" cy="513300"/>
          </a:xfrm>
          <a:prstGeom prst="rect">
            <a:avLst/>
          </a:prstGeom>
        </p:spPr>
        <p:txBody>
          <a:bodyPr spcFirstLastPara="1" wrap="square" lIns="99050" tIns="49525" rIns="99050" bIns="495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3e4580d8323_0_3936: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3e4580d8323_0_3936: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dirty="0"/>
          </a:p>
        </p:txBody>
      </p:sp>
      <p:sp>
        <p:nvSpPr>
          <p:cNvPr id="403" name="Google Shape;403;g3e4580d8323_0_3936:notes"/>
          <p:cNvSpPr txBox="1">
            <a:spLocks noGrp="1"/>
          </p:cNvSpPr>
          <p:nvPr>
            <p:ph type="sldNum" idx="12"/>
          </p:nvPr>
        </p:nvSpPr>
        <p:spPr>
          <a:xfrm>
            <a:off x="4023092" y="9719598"/>
            <a:ext cx="3077700" cy="513300"/>
          </a:xfrm>
          <a:prstGeom prst="rect">
            <a:avLst/>
          </a:prstGeom>
        </p:spPr>
        <p:txBody>
          <a:bodyPr spcFirstLastPara="1" wrap="square" lIns="99050" tIns="49525" rIns="99050" bIns="495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5: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dirty="0"/>
          </a:p>
        </p:txBody>
      </p:sp>
      <p:sp>
        <p:nvSpPr>
          <p:cNvPr id="431" name="Google Shape;431;p5: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4: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dirty="0"/>
          </a:p>
        </p:txBody>
      </p:sp>
      <p:sp>
        <p:nvSpPr>
          <p:cNvPr id="382" name="Google Shape;382;p4: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3e4580d8323_0_6897: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3e4580d8323_0_6897: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dirty="0"/>
          </a:p>
        </p:txBody>
      </p:sp>
      <p:sp>
        <p:nvSpPr>
          <p:cNvPr id="449" name="Google Shape;449;g3e4580d8323_0_6897:notes"/>
          <p:cNvSpPr txBox="1">
            <a:spLocks noGrp="1"/>
          </p:cNvSpPr>
          <p:nvPr>
            <p:ph type="sldNum" idx="12"/>
          </p:nvPr>
        </p:nvSpPr>
        <p:spPr>
          <a:xfrm>
            <a:off x="4023092" y="9719598"/>
            <a:ext cx="3077700" cy="513300"/>
          </a:xfrm>
          <a:prstGeom prst="rect">
            <a:avLst/>
          </a:prstGeom>
        </p:spPr>
        <p:txBody>
          <a:bodyPr spcFirstLastPara="1" wrap="square" lIns="99050" tIns="49525" rIns="99050" bIns="495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3e4580d8323_0_8196: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3e4580d8323_0_8196: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dirty="0"/>
          </a:p>
        </p:txBody>
      </p:sp>
      <p:sp>
        <p:nvSpPr>
          <p:cNvPr id="466" name="Google Shape;466;g3e4580d8323_0_8196:notes"/>
          <p:cNvSpPr txBox="1">
            <a:spLocks noGrp="1"/>
          </p:cNvSpPr>
          <p:nvPr>
            <p:ph type="sldNum" idx="12"/>
          </p:nvPr>
        </p:nvSpPr>
        <p:spPr>
          <a:xfrm>
            <a:off x="4023092" y="9719598"/>
            <a:ext cx="3077700" cy="513300"/>
          </a:xfrm>
          <a:prstGeom prst="rect">
            <a:avLst/>
          </a:prstGeom>
        </p:spPr>
        <p:txBody>
          <a:bodyPr spcFirstLastPara="1" wrap="square" lIns="99050" tIns="49525" rIns="99050" bIns="495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3e4580d8323_0_9552: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3e4580d8323_0_9552: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endParaRPr lang="en" altLang="zh-CN" dirty="0"/>
          </a:p>
        </p:txBody>
      </p:sp>
      <p:sp>
        <p:nvSpPr>
          <p:cNvPr id="514" name="Google Shape;514;g3e4580d8323_0_9552:notes"/>
          <p:cNvSpPr txBox="1">
            <a:spLocks noGrp="1"/>
          </p:cNvSpPr>
          <p:nvPr>
            <p:ph type="sldNum" idx="12"/>
          </p:nvPr>
        </p:nvSpPr>
        <p:spPr>
          <a:xfrm>
            <a:off x="4023092" y="9719598"/>
            <a:ext cx="3077700" cy="513300"/>
          </a:xfrm>
          <a:prstGeom prst="rect">
            <a:avLst/>
          </a:prstGeom>
        </p:spPr>
        <p:txBody>
          <a:bodyPr spcFirstLastPara="1" wrap="square" lIns="99050" tIns="49525" rIns="99050" bIns="495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3e4580d8323_0_15267: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2" name="Google Shape;532;g3e4580d8323_0_15267: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533" name="Google Shape;533;g3e4580d8323_0_15267:notes"/>
          <p:cNvSpPr txBox="1">
            <a:spLocks noGrp="1"/>
          </p:cNvSpPr>
          <p:nvPr>
            <p:ph type="sldNum" idx="12"/>
          </p:nvPr>
        </p:nvSpPr>
        <p:spPr>
          <a:xfrm>
            <a:off x="4023092" y="9719598"/>
            <a:ext cx="3077700" cy="513300"/>
          </a:xfrm>
          <a:prstGeom prst="rect">
            <a:avLst/>
          </a:prstGeom>
        </p:spPr>
        <p:txBody>
          <a:bodyPr spcFirstLastPara="1" wrap="square" lIns="99050" tIns="49525" rIns="99050" bIns="495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g3e4580d8323_0_16221: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e4580d8323_0_16221: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540" name="Google Shape;540;g3e4580d8323_0_16221:notes"/>
          <p:cNvSpPr txBox="1">
            <a:spLocks noGrp="1"/>
          </p:cNvSpPr>
          <p:nvPr>
            <p:ph type="sldNum" idx="12"/>
          </p:nvPr>
        </p:nvSpPr>
        <p:spPr>
          <a:xfrm>
            <a:off x="4023092" y="9719598"/>
            <a:ext cx="3077700" cy="513300"/>
          </a:xfrm>
          <a:prstGeom prst="rect">
            <a:avLst/>
          </a:prstGeom>
        </p:spPr>
        <p:txBody>
          <a:bodyPr spcFirstLastPara="1" wrap="square" lIns="99050" tIns="49525" rIns="99050" bIns="495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3e46fcf1461_7_0: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3e46fcf1461_7_0: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572" name="Google Shape;572;g3e46fcf1461_7_0:notes"/>
          <p:cNvSpPr txBox="1">
            <a:spLocks noGrp="1"/>
          </p:cNvSpPr>
          <p:nvPr>
            <p:ph type="sldNum" idx="12"/>
          </p:nvPr>
        </p:nvSpPr>
        <p:spPr>
          <a:xfrm>
            <a:off x="4023092" y="9719598"/>
            <a:ext cx="3077700" cy="513300"/>
          </a:xfrm>
          <a:prstGeom prst="rect">
            <a:avLst/>
          </a:prstGeom>
        </p:spPr>
        <p:txBody>
          <a:bodyPr spcFirstLastPara="1" wrap="square" lIns="99050" tIns="49525" rIns="99050" bIns="495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3e4580d8323_0_12283: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3e4580d8323_0_12283: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558" name="Google Shape;558;g3e4580d8323_0_12283:notes"/>
          <p:cNvSpPr txBox="1">
            <a:spLocks noGrp="1"/>
          </p:cNvSpPr>
          <p:nvPr>
            <p:ph type="sldNum" idx="12"/>
          </p:nvPr>
        </p:nvSpPr>
        <p:spPr>
          <a:xfrm>
            <a:off x="4023092" y="9719598"/>
            <a:ext cx="3077700" cy="513300"/>
          </a:xfrm>
          <a:prstGeom prst="rect">
            <a:avLst/>
          </a:prstGeom>
        </p:spPr>
        <p:txBody>
          <a:bodyPr spcFirstLastPara="1" wrap="square" lIns="99050" tIns="49525" rIns="99050" bIns="495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3e4580d8323_0_13206: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8" name="Google Shape;568;g3e4580d8323_0_13206: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569" name="Google Shape;569;g3e4580d8323_0_13206:notes"/>
          <p:cNvSpPr txBox="1">
            <a:spLocks noGrp="1"/>
          </p:cNvSpPr>
          <p:nvPr>
            <p:ph type="sldNum" idx="12"/>
          </p:nvPr>
        </p:nvSpPr>
        <p:spPr>
          <a:xfrm>
            <a:off x="4023092" y="9719598"/>
            <a:ext cx="3077700" cy="513300"/>
          </a:xfrm>
          <a:prstGeom prst="rect">
            <a:avLst/>
          </a:prstGeom>
        </p:spPr>
        <p:txBody>
          <a:bodyPr spcFirstLastPara="1" wrap="square" lIns="99050" tIns="49525" rIns="99050" bIns="495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3e4580d8323_0_4371: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g3e4580d8323_0_4371: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579" name="Google Shape;579;g3e4580d8323_0_4371:notes"/>
          <p:cNvSpPr txBox="1">
            <a:spLocks noGrp="1"/>
          </p:cNvSpPr>
          <p:nvPr>
            <p:ph type="sldNum" idx="12"/>
          </p:nvPr>
        </p:nvSpPr>
        <p:spPr>
          <a:xfrm>
            <a:off x="4023092" y="9719598"/>
            <a:ext cx="3077700" cy="513300"/>
          </a:xfrm>
          <a:prstGeom prst="rect">
            <a:avLst/>
          </a:prstGeom>
        </p:spPr>
        <p:txBody>
          <a:bodyPr spcFirstLastPara="1" wrap="square" lIns="99050" tIns="49525" rIns="99050" bIns="495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3e4580d8323_0_5264: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3e4580d8323_0_5264: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592" name="Google Shape;592;g3e4580d8323_0_5264:notes"/>
          <p:cNvSpPr txBox="1">
            <a:spLocks noGrp="1"/>
          </p:cNvSpPr>
          <p:nvPr>
            <p:ph type="sldNum" idx="12"/>
          </p:nvPr>
        </p:nvSpPr>
        <p:spPr>
          <a:xfrm>
            <a:off x="4023092" y="9719598"/>
            <a:ext cx="3077700" cy="513300"/>
          </a:xfrm>
          <a:prstGeom prst="rect">
            <a:avLst/>
          </a:prstGeom>
        </p:spPr>
        <p:txBody>
          <a:bodyPr spcFirstLastPara="1" wrap="square" lIns="99050" tIns="49525" rIns="99050" bIns="495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3e4580d8323_0_12276: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2" name="Google Shape;602;g3e4580d8323_0_12276: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603" name="Google Shape;603;g3e4580d8323_0_12276:notes"/>
          <p:cNvSpPr txBox="1">
            <a:spLocks noGrp="1"/>
          </p:cNvSpPr>
          <p:nvPr>
            <p:ph type="sldNum" idx="12"/>
          </p:nvPr>
        </p:nvSpPr>
        <p:spPr>
          <a:xfrm>
            <a:off x="4023092" y="9719598"/>
            <a:ext cx="3077700" cy="513300"/>
          </a:xfrm>
          <a:prstGeom prst="rect">
            <a:avLst/>
          </a:prstGeom>
        </p:spPr>
        <p:txBody>
          <a:bodyPr spcFirstLastPara="1" wrap="square" lIns="99050" tIns="49525" rIns="99050" bIns="495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3e4580d8323_0_15251: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3e4580d8323_0_15251: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620" name="Google Shape;620;g3e4580d8323_0_15251:notes"/>
          <p:cNvSpPr txBox="1">
            <a:spLocks noGrp="1"/>
          </p:cNvSpPr>
          <p:nvPr>
            <p:ph type="sldNum" idx="12"/>
          </p:nvPr>
        </p:nvSpPr>
        <p:spPr>
          <a:xfrm>
            <a:off x="4023092" y="9719598"/>
            <a:ext cx="3077700" cy="513300"/>
          </a:xfrm>
          <a:prstGeom prst="rect">
            <a:avLst/>
          </a:prstGeom>
        </p:spPr>
        <p:txBody>
          <a:bodyPr spcFirstLastPara="1" wrap="square" lIns="99050" tIns="49525" rIns="99050" bIns="495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F5348-4204-EB00-DBE6-983FAA74FD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4FBCC0-A300-06A3-D05B-F8D322D4C7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206733-265D-1FCF-2A00-5D1A8C42BB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6EDFD9-6C39-6798-FD4C-6AC7F903259D}"/>
              </a:ext>
            </a:extLst>
          </p:cNvPr>
          <p:cNvSpPr>
            <a:spLocks noGrp="1"/>
          </p:cNvSpPr>
          <p:nvPr>
            <p:ph type="sldNum" sz="quarter" idx="10"/>
          </p:nvPr>
        </p:nvSpPr>
        <p:spPr/>
        <p:txBody>
          <a:bodyPr/>
          <a:lstStyle/>
          <a:p>
            <a:fld id="{12571E92-F6F3-43D5-9401-A83B97298AAB}" type="slidenum">
              <a:rPr lang="en-US" smtClean="0"/>
              <a:t>22</a:t>
            </a:fld>
            <a:endParaRPr lang="en-US"/>
          </a:p>
        </p:txBody>
      </p:sp>
    </p:spTree>
    <p:extLst>
      <p:ext uri="{BB962C8B-B14F-4D97-AF65-F5344CB8AC3E}">
        <p14:creationId xmlns:p14="http://schemas.microsoft.com/office/powerpoint/2010/main" val="4147196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g3e4580d8323_0_16696: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6" name="Google Shape;626;g3e4580d8323_0_16696: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627" name="Google Shape;627;g3e4580d8323_0_16696:notes"/>
          <p:cNvSpPr txBox="1">
            <a:spLocks noGrp="1"/>
          </p:cNvSpPr>
          <p:nvPr>
            <p:ph type="sldNum" idx="12"/>
          </p:nvPr>
        </p:nvSpPr>
        <p:spPr>
          <a:xfrm>
            <a:off x="4023092" y="9719598"/>
            <a:ext cx="3077700" cy="513300"/>
          </a:xfrm>
          <a:prstGeom prst="rect">
            <a:avLst/>
          </a:prstGeom>
        </p:spPr>
        <p:txBody>
          <a:bodyPr spcFirstLastPara="1" wrap="square" lIns="99050" tIns="49525" rIns="99050" bIns="495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3e4580d8323_0_16705: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5" name="Google Shape;635;g3e4580d8323_0_16705: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636" name="Google Shape;636;g3e4580d8323_0_16705:notes"/>
          <p:cNvSpPr txBox="1">
            <a:spLocks noGrp="1"/>
          </p:cNvSpPr>
          <p:nvPr>
            <p:ph type="sldNum" idx="12"/>
          </p:nvPr>
        </p:nvSpPr>
        <p:spPr>
          <a:xfrm>
            <a:off x="4023092" y="9719598"/>
            <a:ext cx="3077700" cy="513300"/>
          </a:xfrm>
          <a:prstGeom prst="rect">
            <a:avLst/>
          </a:prstGeom>
        </p:spPr>
        <p:txBody>
          <a:bodyPr spcFirstLastPara="1" wrap="square" lIns="99050" tIns="49525" rIns="99050" bIns="495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3e4580d8323_0_4364: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3e4580d8323_0_4364: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lvl="0" indent="0" algn="l" rtl="0">
              <a:spcBef>
                <a:spcPts val="0"/>
              </a:spcBef>
              <a:spcAft>
                <a:spcPts val="0"/>
              </a:spcAft>
              <a:buNone/>
            </a:pPr>
            <a:endParaRPr/>
          </a:p>
        </p:txBody>
      </p:sp>
      <p:sp>
        <p:nvSpPr>
          <p:cNvPr id="645" name="Google Shape;645;g3e4580d8323_0_4364:notes"/>
          <p:cNvSpPr txBox="1">
            <a:spLocks noGrp="1"/>
          </p:cNvSpPr>
          <p:nvPr>
            <p:ph type="sldNum" idx="12"/>
          </p:nvPr>
        </p:nvSpPr>
        <p:spPr>
          <a:xfrm>
            <a:off x="4023092" y="9719598"/>
            <a:ext cx="3077700" cy="513300"/>
          </a:xfrm>
          <a:prstGeom prst="rect">
            <a:avLst/>
          </a:prstGeom>
        </p:spPr>
        <p:txBody>
          <a:bodyPr spcFirstLastPara="1" wrap="square" lIns="99050" tIns="49525" rIns="99050" bIns="495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g3e4580d8323_0_16727: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0" name="Google Shape;670;g3e4580d8323_0_16727: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dirty="0"/>
          </a:p>
        </p:txBody>
      </p:sp>
      <p:sp>
        <p:nvSpPr>
          <p:cNvPr id="671" name="Google Shape;671;g3e4580d8323_0_16727:notes"/>
          <p:cNvSpPr txBox="1">
            <a:spLocks noGrp="1"/>
          </p:cNvSpPr>
          <p:nvPr>
            <p:ph type="sldNum" idx="12"/>
          </p:nvPr>
        </p:nvSpPr>
        <p:spPr>
          <a:xfrm>
            <a:off x="4023092" y="9719598"/>
            <a:ext cx="3077700" cy="513300"/>
          </a:xfrm>
          <a:prstGeom prst="rect">
            <a:avLst/>
          </a:prstGeom>
        </p:spPr>
        <p:txBody>
          <a:bodyPr spcFirstLastPara="1" wrap="square" lIns="99050" tIns="49525" rIns="99050" bIns="49525"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3e4580d8323_0_16857: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7" name="Google Shape;677;g3e4580d8323_0_16857: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endParaRPr dirty="0"/>
          </a:p>
        </p:txBody>
      </p:sp>
      <p:sp>
        <p:nvSpPr>
          <p:cNvPr id="678" name="Google Shape;678;g3e4580d8323_0_16857:notes"/>
          <p:cNvSpPr txBox="1">
            <a:spLocks noGrp="1"/>
          </p:cNvSpPr>
          <p:nvPr>
            <p:ph type="sldNum" idx="12"/>
          </p:nvPr>
        </p:nvSpPr>
        <p:spPr>
          <a:xfrm>
            <a:off x="4023092" y="9719598"/>
            <a:ext cx="3077700" cy="513300"/>
          </a:xfrm>
          <a:prstGeom prst="rect">
            <a:avLst/>
          </a:prstGeom>
        </p:spPr>
        <p:txBody>
          <a:bodyPr spcFirstLastPara="1" wrap="square" lIns="99050" tIns="49525" rIns="99050" bIns="495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3e4580d8323_0_16870: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9" name="Google Shape;689;g3e4580d8323_0_16870: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endParaRPr dirty="0"/>
          </a:p>
        </p:txBody>
      </p:sp>
      <p:sp>
        <p:nvSpPr>
          <p:cNvPr id="690" name="Google Shape;690;g3e4580d8323_0_16870:notes"/>
          <p:cNvSpPr txBox="1">
            <a:spLocks noGrp="1"/>
          </p:cNvSpPr>
          <p:nvPr>
            <p:ph type="sldNum" idx="12"/>
          </p:nvPr>
        </p:nvSpPr>
        <p:spPr>
          <a:xfrm>
            <a:off x="4023092" y="9719598"/>
            <a:ext cx="3077700" cy="513300"/>
          </a:xfrm>
          <a:prstGeom prst="rect">
            <a:avLst/>
          </a:prstGeom>
        </p:spPr>
        <p:txBody>
          <a:bodyPr spcFirstLastPara="1" wrap="square" lIns="99050" tIns="49525" rIns="99050" bIns="495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3e4580d8323_0_17082:notes"/>
          <p:cNvSpPr>
            <a:spLocks noGrp="1" noRot="1" noChangeAspect="1"/>
          </p:cNvSpPr>
          <p:nvPr>
            <p:ph type="sldImg" idx="2"/>
          </p:nvPr>
        </p:nvSpPr>
        <p:spPr>
          <a:xfrm>
            <a:off x="482600" y="1279525"/>
            <a:ext cx="6137275" cy="34528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3e4580d8323_0_17082:notes"/>
          <p:cNvSpPr txBox="1">
            <a:spLocks noGrp="1"/>
          </p:cNvSpPr>
          <p:nvPr>
            <p:ph type="body" idx="1"/>
          </p:nvPr>
        </p:nvSpPr>
        <p:spPr>
          <a:xfrm>
            <a:off x="710248" y="4924643"/>
            <a:ext cx="5682000" cy="4029300"/>
          </a:xfrm>
          <a:prstGeom prst="rect">
            <a:avLst/>
          </a:prstGeom>
        </p:spPr>
        <p:txBody>
          <a:bodyPr spcFirstLastPara="1" wrap="square" lIns="99050" tIns="49525" rIns="99050" bIns="495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dirty="0"/>
          </a:p>
        </p:txBody>
      </p:sp>
      <p:sp>
        <p:nvSpPr>
          <p:cNvPr id="701" name="Google Shape;701;g3e4580d8323_0_17082:notes"/>
          <p:cNvSpPr txBox="1">
            <a:spLocks noGrp="1"/>
          </p:cNvSpPr>
          <p:nvPr>
            <p:ph type="sldNum" idx="12"/>
          </p:nvPr>
        </p:nvSpPr>
        <p:spPr>
          <a:xfrm>
            <a:off x="4023092" y="9719598"/>
            <a:ext cx="3077700" cy="513300"/>
          </a:xfrm>
          <a:prstGeom prst="rect">
            <a:avLst/>
          </a:prstGeom>
        </p:spPr>
        <p:txBody>
          <a:bodyPr spcFirstLastPara="1" wrap="square" lIns="99050" tIns="49525" rIns="99050" bIns="49525"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p7:notes"/>
          <p:cNvSpPr>
            <a:spLocks noGrp="1" noRot="1" noChangeAspect="1"/>
          </p:cNvSpPr>
          <p:nvPr>
            <p:ph type="sldImg" idx="2"/>
          </p:nvPr>
        </p:nvSpPr>
        <p:spPr>
          <a:xfrm>
            <a:off x="139700" y="766763"/>
            <a:ext cx="6823075" cy="3838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9" name="Google Shape;709;p7:notes"/>
          <p:cNvSpPr txBox="1">
            <a:spLocks noGrp="1"/>
          </p:cNvSpPr>
          <p:nvPr>
            <p:ph type="body" idx="1"/>
          </p:nvPr>
        </p:nvSpPr>
        <p:spPr>
          <a:xfrm>
            <a:off x="710248" y="4924643"/>
            <a:ext cx="5681980" cy="4029254"/>
          </a:xfrm>
          <a:prstGeom prst="rect">
            <a:avLst/>
          </a:prstGeom>
          <a:noFill/>
          <a:ln>
            <a:noFill/>
          </a:ln>
        </p:spPr>
        <p:txBody>
          <a:bodyPr spcFirstLastPara="1" wrap="square" lIns="99050" tIns="49525" rIns="99050" bIns="49525" anchor="t" anchorCtr="0">
            <a:noAutofit/>
          </a:bodyPr>
          <a:lstStyle/>
          <a:p>
            <a:pPr marL="0" lvl="0" indent="0" algn="l" rtl="0">
              <a:spcBef>
                <a:spcPts val="0"/>
              </a:spcBef>
              <a:spcAft>
                <a:spcPts val="0"/>
              </a:spcAft>
              <a:buNone/>
            </a:pPr>
            <a:endParaRPr dirty="0"/>
          </a:p>
        </p:txBody>
      </p:sp>
      <p:sp>
        <p:nvSpPr>
          <p:cNvPr id="710" name="Google Shape;710;p7:notes"/>
          <p:cNvSpPr txBox="1">
            <a:spLocks noGrp="1"/>
          </p:cNvSpPr>
          <p:nvPr>
            <p:ph type="sldNum" idx="12"/>
          </p:nvPr>
        </p:nvSpPr>
        <p:spPr>
          <a:xfrm>
            <a:off x="4023092" y="9719598"/>
            <a:ext cx="3077739" cy="513427"/>
          </a:xfrm>
          <a:prstGeom prst="rect">
            <a:avLst/>
          </a:prstGeom>
          <a:noFill/>
          <a:ln>
            <a:noFill/>
          </a:ln>
        </p:spPr>
        <p:txBody>
          <a:bodyPr spcFirstLastPara="1" wrap="square" lIns="99050" tIns="49525" rIns="99050" bIns="49525"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6"/>
        <p:cNvGrpSpPr/>
        <p:nvPr/>
      </p:nvGrpSpPr>
      <p:grpSpPr>
        <a:xfrm>
          <a:off x="0" y="0"/>
          <a:ext cx="0" cy="0"/>
          <a:chOff x="0" y="0"/>
          <a:chExt cx="0" cy="0"/>
        </a:xfrm>
      </p:grpSpPr>
      <p:sp>
        <p:nvSpPr>
          <p:cNvPr id="17" name="Google Shape;17;p2"/>
          <p:cNvSpPr txBox="1">
            <a:spLocks noGrp="1"/>
          </p:cNvSpPr>
          <p:nvPr>
            <p:ph type="ctrTitle"/>
          </p:nvPr>
        </p:nvSpPr>
        <p:spPr>
          <a:xfrm>
            <a:off x="838200" y="665163"/>
            <a:ext cx="9144000" cy="215484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2060"/>
              </a:buClr>
              <a:buSzPts val="6000"/>
              <a:buFont typeface="Calibri"/>
              <a:buNone/>
              <a:defRPr sz="60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subTitle" idx="1"/>
          </p:nvPr>
        </p:nvSpPr>
        <p:spPr>
          <a:xfrm>
            <a:off x="838200" y="2996708"/>
            <a:ext cx="9144000" cy="69276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002060"/>
              </a:buClr>
              <a:buSzPts val="3600"/>
              <a:buNone/>
              <a:defRPr sz="3600">
                <a:solidFill>
                  <a:srgbClr val="00206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20" name="Google Shape;20;p2"/>
          <p:cNvPicPr preferRelativeResize="0"/>
          <p:nvPr/>
        </p:nvPicPr>
        <p:blipFill rotWithShape="1">
          <a:blip r:embed="rId2">
            <a:alphaModFix/>
          </a:blip>
          <a:srcRect/>
          <a:stretch/>
        </p:blipFill>
        <p:spPr>
          <a:xfrm>
            <a:off x="838200" y="5824725"/>
            <a:ext cx="4222886" cy="896750"/>
          </a:xfrm>
          <a:prstGeom prst="rect">
            <a:avLst/>
          </a:prstGeom>
          <a:noFill/>
          <a:ln>
            <a:noFill/>
          </a:ln>
        </p:spPr>
      </p:pic>
      <p:sp>
        <p:nvSpPr>
          <p:cNvPr id="21" name="Google Shape;21;p2"/>
          <p:cNvSpPr txBox="1"/>
          <p:nvPr/>
        </p:nvSpPr>
        <p:spPr>
          <a:xfrm>
            <a:off x="9466684" y="6273100"/>
            <a:ext cx="2177888" cy="369332"/>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endParaRPr sz="1800" b="0" i="0" u="none" strike="noStrike" cap="none">
              <a:solidFill>
                <a:srgbClr val="757070"/>
              </a:solidFill>
              <a:latin typeface="Calibri"/>
              <a:ea typeface="Calibri"/>
              <a:cs typeface="Calibri"/>
              <a:sym typeface="Calibri"/>
            </a:endParaRPr>
          </a:p>
        </p:txBody>
      </p:sp>
      <p:sp>
        <p:nvSpPr>
          <p:cNvPr id="22" name="Google Shape;22;p2"/>
          <p:cNvSpPr txBox="1">
            <a:spLocks noGrp="1"/>
          </p:cNvSpPr>
          <p:nvPr>
            <p:ph type="body" idx="2"/>
          </p:nvPr>
        </p:nvSpPr>
        <p:spPr>
          <a:xfrm>
            <a:off x="838200" y="3978275"/>
            <a:ext cx="3768725" cy="12112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800"/>
              <a:buNone/>
              <a:defRPr sz="1800"/>
            </a:lvl1pPr>
            <a:lvl2pPr marL="914400" lvl="1" indent="-342900" algn="l">
              <a:lnSpc>
                <a:spcPct val="90000"/>
              </a:lnSpc>
              <a:spcBef>
                <a:spcPts val="500"/>
              </a:spcBef>
              <a:spcAft>
                <a:spcPts val="0"/>
              </a:spcAft>
              <a:buClr>
                <a:schemeClr val="dk1"/>
              </a:buClr>
              <a:buSzPts val="1800"/>
              <a:buChar char="•"/>
              <a:defRPr sz="1800"/>
            </a:lvl2pPr>
            <a:lvl3pPr marL="1371600" lvl="2" indent="-330200" algn="l">
              <a:lnSpc>
                <a:spcPct val="90000"/>
              </a:lnSpc>
              <a:spcBef>
                <a:spcPts val="500"/>
              </a:spcBef>
              <a:spcAft>
                <a:spcPts val="0"/>
              </a:spcAft>
              <a:buClr>
                <a:schemeClr val="dk1"/>
              </a:buClr>
              <a:buSzPts val="1600"/>
              <a:buChar char="•"/>
              <a:defRPr sz="1600"/>
            </a:lvl3pPr>
            <a:lvl4pPr marL="1828800" lvl="3" indent="-317500" algn="l">
              <a:lnSpc>
                <a:spcPct val="90000"/>
              </a:lnSpc>
              <a:spcBef>
                <a:spcPts val="500"/>
              </a:spcBef>
              <a:spcAft>
                <a:spcPts val="0"/>
              </a:spcAft>
              <a:buClr>
                <a:schemeClr val="dk1"/>
              </a:buClr>
              <a:buSzPts val="1400"/>
              <a:buChar char="•"/>
              <a:defRPr sz="1400"/>
            </a:lvl4pPr>
            <a:lvl5pPr marL="2286000" lvl="4" indent="-317500" algn="l">
              <a:lnSpc>
                <a:spcPct val="90000"/>
              </a:lnSpc>
              <a:spcBef>
                <a:spcPts val="500"/>
              </a:spcBef>
              <a:spcAft>
                <a:spcPts val="0"/>
              </a:spcAft>
              <a:buClr>
                <a:schemeClr val="dk1"/>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28" name="Google Shape;28;p3"/>
          <p:cNvPicPr preferRelativeResize="0"/>
          <p:nvPr/>
        </p:nvPicPr>
        <p:blipFill rotWithShape="1">
          <a:blip r:embed="rId2">
            <a:alphaModFix amt="7000"/>
          </a:blip>
          <a:srcRect/>
          <a:stretch/>
        </p:blipFill>
        <p:spPr>
          <a:xfrm>
            <a:off x="10355395" y="0"/>
            <a:ext cx="1821117" cy="6858000"/>
          </a:xfrm>
          <a:prstGeom prst="rect">
            <a:avLst/>
          </a:prstGeom>
          <a:noFill/>
          <a:ln>
            <a:noFill/>
          </a:ln>
        </p:spPr>
      </p:pic>
      <p:sp>
        <p:nvSpPr>
          <p:cNvPr id="29" name="Google Shape;29;p3"/>
          <p:cNvSpPr txBox="1">
            <a:spLocks noGrp="1"/>
          </p:cNvSpPr>
          <p:nvPr>
            <p:ph type="sldNum" idx="12"/>
          </p:nvPr>
        </p:nvSpPr>
        <p:spPr>
          <a:xfrm>
            <a:off x="90678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30" name="Google Shape;30;p3" descr="Shield-navy(rgb for online).png"/>
          <p:cNvPicPr preferRelativeResize="0"/>
          <p:nvPr/>
        </p:nvPicPr>
        <p:blipFill rotWithShape="1">
          <a:blip r:embed="rId3">
            <a:alphaModFix/>
          </a:blip>
          <a:srcRect/>
          <a:stretch/>
        </p:blipFill>
        <p:spPr>
          <a:xfrm>
            <a:off x="11059252" y="6095745"/>
            <a:ext cx="413401" cy="52120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1"/>
        <p:cNvGrpSpPr/>
        <p:nvPr/>
      </p:nvGrpSpPr>
      <p:grpSpPr>
        <a:xfrm>
          <a:off x="0" y="0"/>
          <a:ext cx="0" cy="0"/>
          <a:chOff x="0" y="0"/>
          <a:chExt cx="0" cy="0"/>
        </a:xfrm>
      </p:grpSpPr>
      <p:sp>
        <p:nvSpPr>
          <p:cNvPr id="32" name="Google Shape;32;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3" name="Google Shape;33;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35" name="Google Shape;35;p4"/>
          <p:cNvPicPr preferRelativeResize="0"/>
          <p:nvPr/>
        </p:nvPicPr>
        <p:blipFill rotWithShape="1">
          <a:blip r:embed="rId2">
            <a:alphaModFix amt="7000"/>
          </a:blip>
          <a:srcRect/>
          <a:stretch/>
        </p:blipFill>
        <p:spPr>
          <a:xfrm>
            <a:off x="10355395" y="0"/>
            <a:ext cx="1821117" cy="6858000"/>
          </a:xfrm>
          <a:prstGeom prst="rect">
            <a:avLst/>
          </a:prstGeom>
          <a:noFill/>
          <a:ln>
            <a:noFill/>
          </a:ln>
        </p:spPr>
      </p:pic>
      <p:sp>
        <p:nvSpPr>
          <p:cNvPr id="36" name="Google Shape;36;p4"/>
          <p:cNvSpPr txBox="1">
            <a:spLocks noGrp="1"/>
          </p:cNvSpPr>
          <p:nvPr>
            <p:ph type="sldNum" idx="12"/>
          </p:nvPr>
        </p:nvSpPr>
        <p:spPr>
          <a:xfrm>
            <a:off x="90678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37" name="Google Shape;37;p4" descr="Shield-navy(rgb for online).png"/>
          <p:cNvPicPr preferRelativeResize="0"/>
          <p:nvPr/>
        </p:nvPicPr>
        <p:blipFill rotWithShape="1">
          <a:blip r:embed="rId3">
            <a:alphaModFix/>
          </a:blip>
          <a:srcRect/>
          <a:stretch/>
        </p:blipFill>
        <p:spPr>
          <a:xfrm>
            <a:off x="11059252" y="6095745"/>
            <a:ext cx="413401" cy="52120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44" name="Google Shape;44;p5"/>
          <p:cNvPicPr preferRelativeResize="0"/>
          <p:nvPr/>
        </p:nvPicPr>
        <p:blipFill rotWithShape="1">
          <a:blip r:embed="rId2">
            <a:alphaModFix amt="7000"/>
          </a:blip>
          <a:srcRect/>
          <a:stretch/>
        </p:blipFill>
        <p:spPr>
          <a:xfrm>
            <a:off x="10355395" y="0"/>
            <a:ext cx="1821117" cy="6858000"/>
          </a:xfrm>
          <a:prstGeom prst="rect">
            <a:avLst/>
          </a:prstGeom>
          <a:noFill/>
          <a:ln>
            <a:noFill/>
          </a:ln>
        </p:spPr>
      </p:pic>
      <p:sp>
        <p:nvSpPr>
          <p:cNvPr id="45" name="Google Shape;45;p5"/>
          <p:cNvSpPr txBox="1">
            <a:spLocks noGrp="1"/>
          </p:cNvSpPr>
          <p:nvPr>
            <p:ph type="sldNum" idx="12"/>
          </p:nvPr>
        </p:nvSpPr>
        <p:spPr>
          <a:xfrm>
            <a:off x="90678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46" name="Google Shape;46;p5" descr="Shield-navy(rgb for online).png"/>
          <p:cNvPicPr preferRelativeResize="0"/>
          <p:nvPr/>
        </p:nvPicPr>
        <p:blipFill rotWithShape="1">
          <a:blip r:embed="rId3">
            <a:alphaModFix/>
          </a:blip>
          <a:srcRect/>
          <a:stretch/>
        </p:blipFill>
        <p:spPr>
          <a:xfrm>
            <a:off x="11059252" y="6095745"/>
            <a:ext cx="413401" cy="52120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55" name="Google Shape;55;p6"/>
          <p:cNvPicPr preferRelativeResize="0"/>
          <p:nvPr/>
        </p:nvPicPr>
        <p:blipFill rotWithShape="1">
          <a:blip r:embed="rId2">
            <a:alphaModFix amt="7000"/>
          </a:blip>
          <a:srcRect/>
          <a:stretch/>
        </p:blipFill>
        <p:spPr>
          <a:xfrm>
            <a:off x="10355395" y="0"/>
            <a:ext cx="1821117" cy="6858000"/>
          </a:xfrm>
          <a:prstGeom prst="rect">
            <a:avLst/>
          </a:prstGeom>
          <a:noFill/>
          <a:ln>
            <a:noFill/>
          </a:ln>
        </p:spPr>
      </p:pic>
      <p:sp>
        <p:nvSpPr>
          <p:cNvPr id="56" name="Google Shape;56;p6"/>
          <p:cNvSpPr txBox="1">
            <a:spLocks noGrp="1"/>
          </p:cNvSpPr>
          <p:nvPr>
            <p:ph type="sldNum" idx="12"/>
          </p:nvPr>
        </p:nvSpPr>
        <p:spPr>
          <a:xfrm>
            <a:off x="90678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57" name="Google Shape;57;p6" descr="Shield-navy(rgb for online).png"/>
          <p:cNvPicPr preferRelativeResize="0"/>
          <p:nvPr/>
        </p:nvPicPr>
        <p:blipFill rotWithShape="1">
          <a:blip r:embed="rId3">
            <a:alphaModFix/>
          </a:blip>
          <a:srcRect/>
          <a:stretch/>
        </p:blipFill>
        <p:spPr>
          <a:xfrm>
            <a:off x="11059252" y="6095745"/>
            <a:ext cx="413401" cy="521209"/>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62" name="Google Shape;62;p7"/>
          <p:cNvPicPr preferRelativeResize="0"/>
          <p:nvPr/>
        </p:nvPicPr>
        <p:blipFill rotWithShape="1">
          <a:blip r:embed="rId2">
            <a:alphaModFix amt="7000"/>
          </a:blip>
          <a:srcRect/>
          <a:stretch/>
        </p:blipFill>
        <p:spPr>
          <a:xfrm>
            <a:off x="10355395" y="0"/>
            <a:ext cx="1821117" cy="6858000"/>
          </a:xfrm>
          <a:prstGeom prst="rect">
            <a:avLst/>
          </a:prstGeom>
          <a:noFill/>
          <a:ln>
            <a:noFill/>
          </a:ln>
        </p:spPr>
      </p:pic>
      <p:sp>
        <p:nvSpPr>
          <p:cNvPr id="63" name="Google Shape;63;p7"/>
          <p:cNvSpPr txBox="1">
            <a:spLocks noGrp="1"/>
          </p:cNvSpPr>
          <p:nvPr>
            <p:ph type="sldNum" idx="12"/>
          </p:nvPr>
        </p:nvSpPr>
        <p:spPr>
          <a:xfrm>
            <a:off x="90678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64" name="Google Shape;64;p7" descr="Shield-navy(rgb for online).png"/>
          <p:cNvPicPr preferRelativeResize="0"/>
          <p:nvPr/>
        </p:nvPicPr>
        <p:blipFill rotWithShape="1">
          <a:blip r:embed="rId3">
            <a:alphaModFix/>
          </a:blip>
          <a:srcRect/>
          <a:stretch/>
        </p:blipFill>
        <p:spPr>
          <a:xfrm>
            <a:off x="11059252" y="6095745"/>
            <a:ext cx="413401" cy="52120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5"/>
        <p:cNvGrpSpPr/>
        <p:nvPr/>
      </p:nvGrpSpPr>
      <p:grpSpPr>
        <a:xfrm>
          <a:off x="0" y="0"/>
          <a:ext cx="0" cy="0"/>
          <a:chOff x="0" y="0"/>
          <a:chExt cx="0" cy="0"/>
        </a:xfrm>
      </p:grpSpPr>
      <p:sp>
        <p:nvSpPr>
          <p:cNvPr id="66" name="Google Shape;6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68" name="Google Shape;68;p8"/>
          <p:cNvPicPr preferRelativeResize="0"/>
          <p:nvPr/>
        </p:nvPicPr>
        <p:blipFill rotWithShape="1">
          <a:blip r:embed="rId2">
            <a:alphaModFix amt="7000"/>
          </a:blip>
          <a:srcRect/>
          <a:stretch/>
        </p:blipFill>
        <p:spPr>
          <a:xfrm>
            <a:off x="10355395" y="0"/>
            <a:ext cx="1821117" cy="6858000"/>
          </a:xfrm>
          <a:prstGeom prst="rect">
            <a:avLst/>
          </a:prstGeom>
          <a:noFill/>
          <a:ln>
            <a:noFill/>
          </a:ln>
        </p:spPr>
      </p:pic>
      <p:sp>
        <p:nvSpPr>
          <p:cNvPr id="69" name="Google Shape;69;p8"/>
          <p:cNvSpPr txBox="1">
            <a:spLocks noGrp="1"/>
          </p:cNvSpPr>
          <p:nvPr>
            <p:ph type="sldNum" idx="12"/>
          </p:nvPr>
        </p:nvSpPr>
        <p:spPr>
          <a:xfrm>
            <a:off x="90678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70" name="Google Shape;70;p8" descr="Shield-navy(rgb for online).png"/>
          <p:cNvPicPr preferRelativeResize="0"/>
          <p:nvPr/>
        </p:nvPicPr>
        <p:blipFill rotWithShape="1">
          <a:blip r:embed="rId3">
            <a:alphaModFix/>
          </a:blip>
          <a:srcRect/>
          <a:stretch/>
        </p:blipFill>
        <p:spPr>
          <a:xfrm>
            <a:off x="11059252" y="6095745"/>
            <a:ext cx="413401" cy="52120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1"/>
        <p:cNvGrpSpPr/>
        <p:nvPr/>
      </p:nvGrpSpPr>
      <p:grpSpPr>
        <a:xfrm>
          <a:off x="0" y="0"/>
          <a:ext cx="0" cy="0"/>
          <a:chOff x="0" y="0"/>
          <a:chExt cx="0" cy="0"/>
        </a:xfrm>
      </p:grpSpPr>
      <p:sp>
        <p:nvSpPr>
          <p:cNvPr id="72" name="Google Shape;72;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2060"/>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4" name="Google Shape;74;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77" name="Google Shape;77;p9"/>
          <p:cNvPicPr preferRelativeResize="0"/>
          <p:nvPr/>
        </p:nvPicPr>
        <p:blipFill rotWithShape="1">
          <a:blip r:embed="rId2">
            <a:alphaModFix amt="7000"/>
          </a:blip>
          <a:srcRect/>
          <a:stretch/>
        </p:blipFill>
        <p:spPr>
          <a:xfrm>
            <a:off x="10355395" y="0"/>
            <a:ext cx="1821117" cy="6858000"/>
          </a:xfrm>
          <a:prstGeom prst="rect">
            <a:avLst/>
          </a:prstGeom>
          <a:noFill/>
          <a:ln>
            <a:noFill/>
          </a:ln>
        </p:spPr>
      </p:pic>
      <p:sp>
        <p:nvSpPr>
          <p:cNvPr id="78" name="Google Shape;78;p9"/>
          <p:cNvSpPr txBox="1">
            <a:spLocks noGrp="1"/>
          </p:cNvSpPr>
          <p:nvPr>
            <p:ph type="sldNum" idx="12"/>
          </p:nvPr>
        </p:nvSpPr>
        <p:spPr>
          <a:xfrm>
            <a:off x="90678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79" name="Google Shape;79;p9" descr="Shield-navy(rgb for online).png"/>
          <p:cNvPicPr preferRelativeResize="0"/>
          <p:nvPr/>
        </p:nvPicPr>
        <p:blipFill rotWithShape="1">
          <a:blip r:embed="rId3">
            <a:alphaModFix/>
          </a:blip>
          <a:srcRect/>
          <a:stretch/>
        </p:blipFill>
        <p:spPr>
          <a:xfrm>
            <a:off x="11059252" y="6095745"/>
            <a:ext cx="413401" cy="521209"/>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0"/>
        <p:cNvGrpSpPr/>
        <p:nvPr/>
      </p:nvGrpSpPr>
      <p:grpSpPr>
        <a:xfrm>
          <a:off x="0" y="0"/>
          <a:ext cx="0" cy="0"/>
          <a:chOff x="0" y="0"/>
          <a:chExt cx="0" cy="0"/>
        </a:xfrm>
      </p:grpSpPr>
      <p:sp>
        <p:nvSpPr>
          <p:cNvPr id="81" name="Google Shape;81;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2060"/>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0"/>
          <p:cNvSpPr>
            <a:spLocks noGrp="1"/>
          </p:cNvSpPr>
          <p:nvPr>
            <p:ph type="pic" idx="2"/>
          </p:nvPr>
        </p:nvSpPr>
        <p:spPr>
          <a:xfrm>
            <a:off x="5183188" y="987425"/>
            <a:ext cx="6172200" cy="4873625"/>
          </a:xfrm>
          <a:prstGeom prst="rect">
            <a:avLst/>
          </a:prstGeom>
          <a:noFill/>
          <a:ln>
            <a:noFill/>
          </a:ln>
        </p:spPr>
      </p:sp>
      <p:sp>
        <p:nvSpPr>
          <p:cNvPr id="83" name="Google Shape;83;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4" name="Google Shape;84;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86" name="Google Shape;86;p10"/>
          <p:cNvPicPr preferRelativeResize="0"/>
          <p:nvPr/>
        </p:nvPicPr>
        <p:blipFill rotWithShape="1">
          <a:blip r:embed="rId2">
            <a:alphaModFix amt="7000"/>
          </a:blip>
          <a:srcRect/>
          <a:stretch/>
        </p:blipFill>
        <p:spPr>
          <a:xfrm>
            <a:off x="10355395" y="0"/>
            <a:ext cx="1821117" cy="6858000"/>
          </a:xfrm>
          <a:prstGeom prst="rect">
            <a:avLst/>
          </a:prstGeom>
          <a:noFill/>
          <a:ln>
            <a:noFill/>
          </a:ln>
        </p:spPr>
      </p:pic>
      <p:sp>
        <p:nvSpPr>
          <p:cNvPr id="87" name="Google Shape;87;p10"/>
          <p:cNvSpPr txBox="1">
            <a:spLocks noGrp="1"/>
          </p:cNvSpPr>
          <p:nvPr>
            <p:ph type="sldNum" idx="12"/>
          </p:nvPr>
        </p:nvSpPr>
        <p:spPr>
          <a:xfrm>
            <a:off x="90678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88" name="Google Shape;88;p10" descr="Shield-navy(rgb for online).png"/>
          <p:cNvPicPr preferRelativeResize="0"/>
          <p:nvPr/>
        </p:nvPicPr>
        <p:blipFill rotWithShape="1">
          <a:blip r:embed="rId3">
            <a:alphaModFix/>
          </a:blip>
          <a:srcRect/>
          <a:stretch/>
        </p:blipFill>
        <p:spPr>
          <a:xfrm>
            <a:off x="11059252" y="6095745"/>
            <a:ext cx="413401" cy="521209"/>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9"/>
        <p:cNvGrpSpPr/>
        <p:nvPr/>
      </p:nvGrpSpPr>
      <p:grpSpPr>
        <a:xfrm>
          <a:off x="0" y="0"/>
          <a:ext cx="0" cy="0"/>
          <a:chOff x="0" y="0"/>
          <a:chExt cx="0" cy="0"/>
        </a:xfrm>
      </p:grpSpPr>
      <p:sp>
        <p:nvSpPr>
          <p:cNvPr id="90" name="Google Shape;90;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94" name="Google Shape;94;p11"/>
          <p:cNvPicPr preferRelativeResize="0"/>
          <p:nvPr/>
        </p:nvPicPr>
        <p:blipFill rotWithShape="1">
          <a:blip r:embed="rId2">
            <a:alphaModFix amt="7000"/>
          </a:blip>
          <a:srcRect/>
          <a:stretch/>
        </p:blipFill>
        <p:spPr>
          <a:xfrm>
            <a:off x="10355395" y="0"/>
            <a:ext cx="1821117" cy="6858000"/>
          </a:xfrm>
          <a:prstGeom prst="rect">
            <a:avLst/>
          </a:prstGeom>
          <a:noFill/>
          <a:ln>
            <a:noFill/>
          </a:ln>
        </p:spPr>
      </p:pic>
      <p:sp>
        <p:nvSpPr>
          <p:cNvPr id="95" name="Google Shape;95;p11"/>
          <p:cNvSpPr txBox="1">
            <a:spLocks noGrp="1"/>
          </p:cNvSpPr>
          <p:nvPr>
            <p:ph type="sldNum" idx="12"/>
          </p:nvPr>
        </p:nvSpPr>
        <p:spPr>
          <a:xfrm>
            <a:off x="90678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96" name="Google Shape;96;p11" descr="Shield-navy(rgb for online).png"/>
          <p:cNvPicPr preferRelativeResize="0"/>
          <p:nvPr/>
        </p:nvPicPr>
        <p:blipFill rotWithShape="1">
          <a:blip r:embed="rId3">
            <a:alphaModFix/>
          </a:blip>
          <a:srcRect/>
          <a:stretch/>
        </p:blipFill>
        <p:spPr>
          <a:xfrm>
            <a:off x="11059252" y="6095745"/>
            <a:ext cx="413401" cy="52120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7"/>
        <p:cNvGrpSpPr/>
        <p:nvPr/>
      </p:nvGrpSpPr>
      <p:grpSpPr>
        <a:xfrm>
          <a:off x="0" y="0"/>
          <a:ext cx="0" cy="0"/>
          <a:chOff x="0" y="0"/>
          <a:chExt cx="0" cy="0"/>
        </a:xfrm>
      </p:grpSpPr>
      <p:sp>
        <p:nvSpPr>
          <p:cNvPr id="98" name="Google Shape;98;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102" name="Google Shape;102;p12"/>
          <p:cNvPicPr preferRelativeResize="0"/>
          <p:nvPr/>
        </p:nvPicPr>
        <p:blipFill rotWithShape="1">
          <a:blip r:embed="rId2">
            <a:alphaModFix amt="7000"/>
          </a:blip>
          <a:srcRect/>
          <a:stretch/>
        </p:blipFill>
        <p:spPr>
          <a:xfrm>
            <a:off x="10355395" y="0"/>
            <a:ext cx="1821117" cy="6858000"/>
          </a:xfrm>
          <a:prstGeom prst="rect">
            <a:avLst/>
          </a:prstGeom>
          <a:noFill/>
          <a:ln>
            <a:noFill/>
          </a:ln>
        </p:spPr>
      </p:pic>
      <p:sp>
        <p:nvSpPr>
          <p:cNvPr id="103" name="Google Shape;103;p12"/>
          <p:cNvSpPr txBox="1">
            <a:spLocks noGrp="1"/>
          </p:cNvSpPr>
          <p:nvPr>
            <p:ph type="sldNum" idx="12"/>
          </p:nvPr>
        </p:nvSpPr>
        <p:spPr>
          <a:xfrm>
            <a:off x="90678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04" name="Google Shape;104;p12" descr="Shield-navy(rgb for online).png"/>
          <p:cNvPicPr preferRelativeResize="0"/>
          <p:nvPr/>
        </p:nvPicPr>
        <p:blipFill rotWithShape="1">
          <a:blip r:embed="rId3">
            <a:alphaModFix/>
          </a:blip>
          <a:srcRect/>
          <a:stretch/>
        </p:blipFill>
        <p:spPr>
          <a:xfrm>
            <a:off x="11059252" y="6095745"/>
            <a:ext cx="413401" cy="521209"/>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type="title">
  <p:cSld name="TITLE">
    <p:spTree>
      <p:nvGrpSpPr>
        <p:cNvPr id="1" name="Shape 105"/>
        <p:cNvGrpSpPr/>
        <p:nvPr/>
      </p:nvGrpSpPr>
      <p:grpSpPr>
        <a:xfrm>
          <a:off x="0" y="0"/>
          <a:ext cx="0" cy="0"/>
          <a:chOff x="0" y="0"/>
          <a:chExt cx="0" cy="0"/>
        </a:xfrm>
      </p:grpSpPr>
      <p:sp>
        <p:nvSpPr>
          <p:cNvPr id="106" name="Google Shape;106;p1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7" name="Google Shape;107;p1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08" name="Google Shape;108;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13"/>
          <p:cNvSpPr txBox="1">
            <a:spLocks noGrp="1"/>
          </p:cNvSpPr>
          <p:nvPr>
            <p:ph type="sldNum" idx="12"/>
          </p:nvPr>
        </p:nvSpPr>
        <p:spPr>
          <a:xfrm>
            <a:off x="90678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18"/>
        <p:cNvGrpSpPr/>
        <p:nvPr/>
      </p:nvGrpSpPr>
      <p:grpSpPr>
        <a:xfrm>
          <a:off x="0" y="0"/>
          <a:ext cx="0" cy="0"/>
          <a:chOff x="0" y="0"/>
          <a:chExt cx="0" cy="0"/>
        </a:xfrm>
      </p:grpSpPr>
      <p:sp>
        <p:nvSpPr>
          <p:cNvPr id="119" name="Google Shape;119;p15"/>
          <p:cNvSpPr txBox="1">
            <a:spLocks noGrp="1"/>
          </p:cNvSpPr>
          <p:nvPr>
            <p:ph type="ctrTitle"/>
          </p:nvPr>
        </p:nvSpPr>
        <p:spPr>
          <a:xfrm>
            <a:off x="838200" y="665163"/>
            <a:ext cx="9144000" cy="21549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2060"/>
              </a:buClr>
              <a:buSzPts val="6000"/>
              <a:buFont typeface="Calibri"/>
              <a:buNone/>
              <a:defRPr sz="60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0" name="Google Shape;120;p15"/>
          <p:cNvSpPr txBox="1">
            <a:spLocks noGrp="1"/>
          </p:cNvSpPr>
          <p:nvPr>
            <p:ph type="subTitle" idx="1"/>
          </p:nvPr>
        </p:nvSpPr>
        <p:spPr>
          <a:xfrm>
            <a:off x="838200" y="2996708"/>
            <a:ext cx="9144000" cy="6927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002060"/>
              </a:buClr>
              <a:buSzPts val="3600"/>
              <a:buNone/>
              <a:defRPr sz="3600">
                <a:solidFill>
                  <a:srgbClr val="00206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21" name="Google Shape;121;p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122" name="Google Shape;122;p15"/>
          <p:cNvPicPr preferRelativeResize="0"/>
          <p:nvPr/>
        </p:nvPicPr>
        <p:blipFill rotWithShape="1">
          <a:blip r:embed="rId2">
            <a:alphaModFix/>
          </a:blip>
          <a:srcRect/>
          <a:stretch/>
        </p:blipFill>
        <p:spPr>
          <a:xfrm>
            <a:off x="838200" y="5824725"/>
            <a:ext cx="4222888" cy="896750"/>
          </a:xfrm>
          <a:prstGeom prst="rect">
            <a:avLst/>
          </a:prstGeom>
          <a:noFill/>
          <a:ln>
            <a:noFill/>
          </a:ln>
        </p:spPr>
      </p:pic>
      <p:sp>
        <p:nvSpPr>
          <p:cNvPr id="123" name="Google Shape;123;p15"/>
          <p:cNvSpPr txBox="1"/>
          <p:nvPr/>
        </p:nvSpPr>
        <p:spPr>
          <a:xfrm>
            <a:off x="9466684" y="6273100"/>
            <a:ext cx="2178000" cy="3693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endParaRPr sz="1800" b="0" i="0" u="none" strike="noStrike" cap="none">
              <a:solidFill>
                <a:srgbClr val="757070"/>
              </a:solidFill>
              <a:latin typeface="Calibri"/>
              <a:ea typeface="Calibri"/>
              <a:cs typeface="Calibri"/>
              <a:sym typeface="Calibri"/>
            </a:endParaRPr>
          </a:p>
        </p:txBody>
      </p:sp>
      <p:sp>
        <p:nvSpPr>
          <p:cNvPr id="124" name="Google Shape;124;p15"/>
          <p:cNvSpPr txBox="1">
            <a:spLocks noGrp="1"/>
          </p:cNvSpPr>
          <p:nvPr>
            <p:ph type="body" idx="2"/>
          </p:nvPr>
        </p:nvSpPr>
        <p:spPr>
          <a:xfrm>
            <a:off x="838200" y="3978275"/>
            <a:ext cx="3768600" cy="12114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800"/>
              <a:buNone/>
              <a:defRPr sz="1800"/>
            </a:lvl1pPr>
            <a:lvl2pPr marL="914400" lvl="1" indent="-342900" algn="l">
              <a:lnSpc>
                <a:spcPct val="90000"/>
              </a:lnSpc>
              <a:spcBef>
                <a:spcPts val="500"/>
              </a:spcBef>
              <a:spcAft>
                <a:spcPts val="0"/>
              </a:spcAft>
              <a:buClr>
                <a:schemeClr val="dk1"/>
              </a:buClr>
              <a:buSzPts val="1800"/>
              <a:buChar char="•"/>
              <a:defRPr sz="1800"/>
            </a:lvl2pPr>
            <a:lvl3pPr marL="1371600" lvl="2" indent="-330200" algn="l">
              <a:lnSpc>
                <a:spcPct val="90000"/>
              </a:lnSpc>
              <a:spcBef>
                <a:spcPts val="500"/>
              </a:spcBef>
              <a:spcAft>
                <a:spcPts val="0"/>
              </a:spcAft>
              <a:buClr>
                <a:schemeClr val="dk1"/>
              </a:buClr>
              <a:buSzPts val="1600"/>
              <a:buChar char="•"/>
              <a:defRPr sz="1600"/>
            </a:lvl3pPr>
            <a:lvl4pPr marL="1828800" lvl="3" indent="-317500" algn="l">
              <a:lnSpc>
                <a:spcPct val="90000"/>
              </a:lnSpc>
              <a:spcBef>
                <a:spcPts val="500"/>
              </a:spcBef>
              <a:spcAft>
                <a:spcPts val="0"/>
              </a:spcAft>
              <a:buClr>
                <a:schemeClr val="dk1"/>
              </a:buClr>
              <a:buSzPts val="1400"/>
              <a:buChar char="•"/>
              <a:defRPr sz="1400"/>
            </a:lvl4pPr>
            <a:lvl5pPr marL="2286000" lvl="4" indent="-317500" algn="l">
              <a:lnSpc>
                <a:spcPct val="90000"/>
              </a:lnSpc>
              <a:spcBef>
                <a:spcPts val="500"/>
              </a:spcBef>
              <a:spcAft>
                <a:spcPts val="0"/>
              </a:spcAft>
              <a:buClr>
                <a:schemeClr val="dk1"/>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25"/>
        <p:cNvGrpSpPr/>
        <p:nvPr/>
      </p:nvGrpSpPr>
      <p:grpSpPr>
        <a:xfrm>
          <a:off x="0" y="0"/>
          <a:ext cx="0" cy="0"/>
          <a:chOff x="0" y="0"/>
          <a:chExt cx="0" cy="0"/>
        </a:xfrm>
      </p:grpSpPr>
      <p:sp>
        <p:nvSpPr>
          <p:cNvPr id="126" name="Google Shape;126;p1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7" name="Google Shape;127;p1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8" name="Google Shape;128;p1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1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130" name="Google Shape;130;p16"/>
          <p:cNvPicPr preferRelativeResize="0"/>
          <p:nvPr/>
        </p:nvPicPr>
        <p:blipFill rotWithShape="1">
          <a:blip r:embed="rId2">
            <a:alphaModFix amt="7000"/>
          </a:blip>
          <a:srcRect/>
          <a:stretch/>
        </p:blipFill>
        <p:spPr>
          <a:xfrm>
            <a:off x="10355395" y="0"/>
            <a:ext cx="1821117" cy="6857999"/>
          </a:xfrm>
          <a:prstGeom prst="rect">
            <a:avLst/>
          </a:prstGeom>
          <a:noFill/>
          <a:ln>
            <a:noFill/>
          </a:ln>
        </p:spPr>
      </p:pic>
      <p:sp>
        <p:nvSpPr>
          <p:cNvPr id="131" name="Google Shape;131;p16"/>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32" name="Google Shape;132;p16" descr="Shield-navy(rgb for online).png"/>
          <p:cNvPicPr preferRelativeResize="0"/>
          <p:nvPr/>
        </p:nvPicPr>
        <p:blipFill rotWithShape="1">
          <a:blip r:embed="rId3">
            <a:alphaModFix/>
          </a:blip>
          <a:srcRect/>
          <a:stretch/>
        </p:blipFill>
        <p:spPr>
          <a:xfrm>
            <a:off x="11059252" y="6095745"/>
            <a:ext cx="413401" cy="52120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33"/>
        <p:cNvGrpSpPr/>
        <p:nvPr/>
      </p:nvGrpSpPr>
      <p:grpSpPr>
        <a:xfrm>
          <a:off x="0" y="0"/>
          <a:ext cx="0" cy="0"/>
          <a:chOff x="0" y="0"/>
          <a:chExt cx="0" cy="0"/>
        </a:xfrm>
      </p:grpSpPr>
      <p:sp>
        <p:nvSpPr>
          <p:cNvPr id="134" name="Google Shape;134;p17"/>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35" name="Google Shape;135;p1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1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137" name="Google Shape;137;p17"/>
          <p:cNvPicPr preferRelativeResize="0"/>
          <p:nvPr/>
        </p:nvPicPr>
        <p:blipFill rotWithShape="1">
          <a:blip r:embed="rId2">
            <a:alphaModFix amt="7000"/>
          </a:blip>
          <a:srcRect/>
          <a:stretch/>
        </p:blipFill>
        <p:spPr>
          <a:xfrm>
            <a:off x="10355395" y="0"/>
            <a:ext cx="1821117" cy="6857999"/>
          </a:xfrm>
          <a:prstGeom prst="rect">
            <a:avLst/>
          </a:prstGeom>
          <a:noFill/>
          <a:ln>
            <a:noFill/>
          </a:ln>
        </p:spPr>
      </p:pic>
      <p:sp>
        <p:nvSpPr>
          <p:cNvPr id="138" name="Google Shape;138;p17"/>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39" name="Google Shape;139;p17" descr="Shield-navy(rgb for online).png"/>
          <p:cNvPicPr preferRelativeResize="0"/>
          <p:nvPr/>
        </p:nvPicPr>
        <p:blipFill rotWithShape="1">
          <a:blip r:embed="rId3">
            <a:alphaModFix/>
          </a:blip>
          <a:srcRect/>
          <a:stretch/>
        </p:blipFill>
        <p:spPr>
          <a:xfrm>
            <a:off x="11059252" y="6095745"/>
            <a:ext cx="413401" cy="52120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40"/>
        <p:cNvGrpSpPr/>
        <p:nvPr/>
      </p:nvGrpSpPr>
      <p:grpSpPr>
        <a:xfrm>
          <a:off x="0" y="0"/>
          <a:ext cx="0" cy="0"/>
          <a:chOff x="0" y="0"/>
          <a:chExt cx="0" cy="0"/>
        </a:xfrm>
      </p:grpSpPr>
      <p:sp>
        <p:nvSpPr>
          <p:cNvPr id="141" name="Google Shape;141;p1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2" name="Google Shape;142;p18"/>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3" name="Google Shape;143;p18"/>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4" name="Google Shape;144;p1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1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146" name="Google Shape;146;p18"/>
          <p:cNvPicPr preferRelativeResize="0"/>
          <p:nvPr/>
        </p:nvPicPr>
        <p:blipFill rotWithShape="1">
          <a:blip r:embed="rId2">
            <a:alphaModFix amt="7000"/>
          </a:blip>
          <a:srcRect/>
          <a:stretch/>
        </p:blipFill>
        <p:spPr>
          <a:xfrm>
            <a:off x="10355395" y="0"/>
            <a:ext cx="1821117" cy="6857999"/>
          </a:xfrm>
          <a:prstGeom prst="rect">
            <a:avLst/>
          </a:prstGeom>
          <a:noFill/>
          <a:ln>
            <a:noFill/>
          </a:ln>
        </p:spPr>
      </p:pic>
      <p:sp>
        <p:nvSpPr>
          <p:cNvPr id="147" name="Google Shape;147;p18"/>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48" name="Google Shape;148;p18" descr="Shield-navy(rgb for online).png"/>
          <p:cNvPicPr preferRelativeResize="0"/>
          <p:nvPr/>
        </p:nvPicPr>
        <p:blipFill rotWithShape="1">
          <a:blip r:embed="rId3">
            <a:alphaModFix/>
          </a:blip>
          <a:srcRect/>
          <a:stretch/>
        </p:blipFill>
        <p:spPr>
          <a:xfrm>
            <a:off x="11059252" y="6095745"/>
            <a:ext cx="413401" cy="52120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49"/>
        <p:cNvGrpSpPr/>
        <p:nvPr/>
      </p:nvGrpSpPr>
      <p:grpSpPr>
        <a:xfrm>
          <a:off x="0" y="0"/>
          <a:ext cx="0" cy="0"/>
          <a:chOff x="0" y="0"/>
          <a:chExt cx="0" cy="0"/>
        </a:xfrm>
      </p:grpSpPr>
      <p:sp>
        <p:nvSpPr>
          <p:cNvPr id="150" name="Google Shape;150;p19"/>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1" name="Google Shape;151;p19"/>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52" name="Google Shape;152;p19"/>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3" name="Google Shape;153;p19"/>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54" name="Google Shape;154;p19"/>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5" name="Google Shape;155;p1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6" name="Google Shape;156;p1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157" name="Google Shape;157;p19"/>
          <p:cNvPicPr preferRelativeResize="0"/>
          <p:nvPr/>
        </p:nvPicPr>
        <p:blipFill rotWithShape="1">
          <a:blip r:embed="rId2">
            <a:alphaModFix amt="7000"/>
          </a:blip>
          <a:srcRect/>
          <a:stretch/>
        </p:blipFill>
        <p:spPr>
          <a:xfrm>
            <a:off x="10355395" y="0"/>
            <a:ext cx="1821117" cy="6857999"/>
          </a:xfrm>
          <a:prstGeom prst="rect">
            <a:avLst/>
          </a:prstGeom>
          <a:noFill/>
          <a:ln>
            <a:noFill/>
          </a:ln>
        </p:spPr>
      </p:pic>
      <p:sp>
        <p:nvSpPr>
          <p:cNvPr id="158" name="Google Shape;158;p19"/>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59" name="Google Shape;159;p19" descr="Shield-navy(rgb for online).png"/>
          <p:cNvPicPr preferRelativeResize="0"/>
          <p:nvPr/>
        </p:nvPicPr>
        <p:blipFill rotWithShape="1">
          <a:blip r:embed="rId3">
            <a:alphaModFix/>
          </a:blip>
          <a:srcRect/>
          <a:stretch/>
        </p:blipFill>
        <p:spPr>
          <a:xfrm>
            <a:off x="11059252" y="6095745"/>
            <a:ext cx="413401" cy="521209"/>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0"/>
        <p:cNvGrpSpPr/>
        <p:nvPr/>
      </p:nvGrpSpPr>
      <p:grpSpPr>
        <a:xfrm>
          <a:off x="0" y="0"/>
          <a:ext cx="0" cy="0"/>
          <a:chOff x="0" y="0"/>
          <a:chExt cx="0" cy="0"/>
        </a:xfrm>
      </p:grpSpPr>
      <p:sp>
        <p:nvSpPr>
          <p:cNvPr id="161" name="Google Shape;161;p2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2" name="Google Shape;162;p2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p2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164" name="Google Shape;164;p20"/>
          <p:cNvPicPr preferRelativeResize="0"/>
          <p:nvPr/>
        </p:nvPicPr>
        <p:blipFill rotWithShape="1">
          <a:blip r:embed="rId2">
            <a:alphaModFix amt="7000"/>
          </a:blip>
          <a:srcRect/>
          <a:stretch/>
        </p:blipFill>
        <p:spPr>
          <a:xfrm>
            <a:off x="10355395" y="0"/>
            <a:ext cx="1821117" cy="6857999"/>
          </a:xfrm>
          <a:prstGeom prst="rect">
            <a:avLst/>
          </a:prstGeom>
          <a:noFill/>
          <a:ln>
            <a:noFill/>
          </a:ln>
        </p:spPr>
      </p:pic>
      <p:sp>
        <p:nvSpPr>
          <p:cNvPr id="165" name="Google Shape;165;p20"/>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66" name="Google Shape;166;p20" descr="Shield-navy(rgb for online).png"/>
          <p:cNvPicPr preferRelativeResize="0"/>
          <p:nvPr/>
        </p:nvPicPr>
        <p:blipFill rotWithShape="1">
          <a:blip r:embed="rId3">
            <a:alphaModFix/>
          </a:blip>
          <a:srcRect/>
          <a:stretch/>
        </p:blipFill>
        <p:spPr>
          <a:xfrm>
            <a:off x="11059252" y="6095745"/>
            <a:ext cx="413401" cy="521209"/>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7"/>
        <p:cNvGrpSpPr/>
        <p:nvPr/>
      </p:nvGrpSpPr>
      <p:grpSpPr>
        <a:xfrm>
          <a:off x="0" y="0"/>
          <a:ext cx="0" cy="0"/>
          <a:chOff x="0" y="0"/>
          <a:chExt cx="0" cy="0"/>
        </a:xfrm>
      </p:grpSpPr>
      <p:sp>
        <p:nvSpPr>
          <p:cNvPr id="168" name="Google Shape;168;p2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9" name="Google Shape;169;p2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170" name="Google Shape;170;p21"/>
          <p:cNvPicPr preferRelativeResize="0"/>
          <p:nvPr/>
        </p:nvPicPr>
        <p:blipFill rotWithShape="1">
          <a:blip r:embed="rId2">
            <a:alphaModFix amt="7000"/>
          </a:blip>
          <a:srcRect/>
          <a:stretch/>
        </p:blipFill>
        <p:spPr>
          <a:xfrm>
            <a:off x="10355395" y="0"/>
            <a:ext cx="1821117" cy="6857999"/>
          </a:xfrm>
          <a:prstGeom prst="rect">
            <a:avLst/>
          </a:prstGeom>
          <a:noFill/>
          <a:ln>
            <a:noFill/>
          </a:ln>
        </p:spPr>
      </p:pic>
      <p:sp>
        <p:nvSpPr>
          <p:cNvPr id="171" name="Google Shape;171;p21"/>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72" name="Google Shape;172;p21" descr="Shield-navy(rgb for online).png"/>
          <p:cNvPicPr preferRelativeResize="0"/>
          <p:nvPr/>
        </p:nvPicPr>
        <p:blipFill rotWithShape="1">
          <a:blip r:embed="rId3">
            <a:alphaModFix/>
          </a:blip>
          <a:srcRect/>
          <a:stretch/>
        </p:blipFill>
        <p:spPr>
          <a:xfrm>
            <a:off x="11059252" y="6095745"/>
            <a:ext cx="413401" cy="521209"/>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73"/>
        <p:cNvGrpSpPr/>
        <p:nvPr/>
      </p:nvGrpSpPr>
      <p:grpSpPr>
        <a:xfrm>
          <a:off x="0" y="0"/>
          <a:ext cx="0" cy="0"/>
          <a:chOff x="0" y="0"/>
          <a:chExt cx="0" cy="0"/>
        </a:xfrm>
      </p:grpSpPr>
      <p:sp>
        <p:nvSpPr>
          <p:cNvPr id="174" name="Google Shape;174;p22"/>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2060"/>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5" name="Google Shape;175;p22"/>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76" name="Google Shape;176;p22"/>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77" name="Google Shape;177;p2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8" name="Google Shape;178;p2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179" name="Google Shape;179;p22"/>
          <p:cNvPicPr preferRelativeResize="0"/>
          <p:nvPr/>
        </p:nvPicPr>
        <p:blipFill rotWithShape="1">
          <a:blip r:embed="rId2">
            <a:alphaModFix amt="7000"/>
          </a:blip>
          <a:srcRect/>
          <a:stretch/>
        </p:blipFill>
        <p:spPr>
          <a:xfrm>
            <a:off x="10355395" y="0"/>
            <a:ext cx="1821117" cy="6857999"/>
          </a:xfrm>
          <a:prstGeom prst="rect">
            <a:avLst/>
          </a:prstGeom>
          <a:noFill/>
          <a:ln>
            <a:noFill/>
          </a:ln>
        </p:spPr>
      </p:pic>
      <p:sp>
        <p:nvSpPr>
          <p:cNvPr id="180" name="Google Shape;180;p22"/>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81" name="Google Shape;181;p22" descr="Shield-navy(rgb for online).png"/>
          <p:cNvPicPr preferRelativeResize="0"/>
          <p:nvPr/>
        </p:nvPicPr>
        <p:blipFill rotWithShape="1">
          <a:blip r:embed="rId3">
            <a:alphaModFix/>
          </a:blip>
          <a:srcRect/>
          <a:stretch/>
        </p:blipFill>
        <p:spPr>
          <a:xfrm>
            <a:off x="11059252" y="6095745"/>
            <a:ext cx="413401" cy="521209"/>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82"/>
        <p:cNvGrpSpPr/>
        <p:nvPr/>
      </p:nvGrpSpPr>
      <p:grpSpPr>
        <a:xfrm>
          <a:off x="0" y="0"/>
          <a:ext cx="0" cy="0"/>
          <a:chOff x="0" y="0"/>
          <a:chExt cx="0" cy="0"/>
        </a:xfrm>
      </p:grpSpPr>
      <p:sp>
        <p:nvSpPr>
          <p:cNvPr id="183" name="Google Shape;183;p23"/>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2060"/>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4" name="Google Shape;184;p23"/>
          <p:cNvSpPr>
            <a:spLocks noGrp="1"/>
          </p:cNvSpPr>
          <p:nvPr>
            <p:ph type="pic" idx="2"/>
          </p:nvPr>
        </p:nvSpPr>
        <p:spPr>
          <a:xfrm>
            <a:off x="5183188" y="987425"/>
            <a:ext cx="6172200" cy="4873500"/>
          </a:xfrm>
          <a:prstGeom prst="rect">
            <a:avLst/>
          </a:prstGeom>
          <a:noFill/>
          <a:ln>
            <a:noFill/>
          </a:ln>
        </p:spPr>
      </p:sp>
      <p:sp>
        <p:nvSpPr>
          <p:cNvPr id="185" name="Google Shape;185;p23"/>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86" name="Google Shape;186;p2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7" name="Google Shape;187;p2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188" name="Google Shape;188;p23"/>
          <p:cNvPicPr preferRelativeResize="0"/>
          <p:nvPr/>
        </p:nvPicPr>
        <p:blipFill rotWithShape="1">
          <a:blip r:embed="rId2">
            <a:alphaModFix amt="7000"/>
          </a:blip>
          <a:srcRect/>
          <a:stretch/>
        </p:blipFill>
        <p:spPr>
          <a:xfrm>
            <a:off x="10355395" y="0"/>
            <a:ext cx="1821117" cy="6857999"/>
          </a:xfrm>
          <a:prstGeom prst="rect">
            <a:avLst/>
          </a:prstGeom>
          <a:noFill/>
          <a:ln>
            <a:noFill/>
          </a:ln>
        </p:spPr>
      </p:pic>
      <p:sp>
        <p:nvSpPr>
          <p:cNvPr id="189" name="Google Shape;189;p23"/>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90" name="Google Shape;190;p23" descr="Shield-navy(rgb for online).png"/>
          <p:cNvPicPr preferRelativeResize="0"/>
          <p:nvPr/>
        </p:nvPicPr>
        <p:blipFill rotWithShape="1">
          <a:blip r:embed="rId3">
            <a:alphaModFix/>
          </a:blip>
          <a:srcRect/>
          <a:stretch/>
        </p:blipFill>
        <p:spPr>
          <a:xfrm>
            <a:off x="11059252" y="6095745"/>
            <a:ext cx="413401" cy="521209"/>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91"/>
        <p:cNvGrpSpPr/>
        <p:nvPr/>
      </p:nvGrpSpPr>
      <p:grpSpPr>
        <a:xfrm>
          <a:off x="0" y="0"/>
          <a:ext cx="0" cy="0"/>
          <a:chOff x="0" y="0"/>
          <a:chExt cx="0" cy="0"/>
        </a:xfrm>
      </p:grpSpPr>
      <p:sp>
        <p:nvSpPr>
          <p:cNvPr id="192" name="Google Shape;192;p2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3" name="Google Shape;193;p24"/>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4" name="Google Shape;194;p2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5" name="Google Shape;195;p2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196" name="Google Shape;196;p24"/>
          <p:cNvPicPr preferRelativeResize="0"/>
          <p:nvPr/>
        </p:nvPicPr>
        <p:blipFill rotWithShape="1">
          <a:blip r:embed="rId2">
            <a:alphaModFix amt="7000"/>
          </a:blip>
          <a:srcRect/>
          <a:stretch/>
        </p:blipFill>
        <p:spPr>
          <a:xfrm>
            <a:off x="10355395" y="0"/>
            <a:ext cx="1821117" cy="6857999"/>
          </a:xfrm>
          <a:prstGeom prst="rect">
            <a:avLst/>
          </a:prstGeom>
          <a:noFill/>
          <a:ln>
            <a:noFill/>
          </a:ln>
        </p:spPr>
      </p:pic>
      <p:sp>
        <p:nvSpPr>
          <p:cNvPr id="197" name="Google Shape;197;p24"/>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98" name="Google Shape;198;p24" descr="Shield-navy(rgb for online).png"/>
          <p:cNvPicPr preferRelativeResize="0"/>
          <p:nvPr/>
        </p:nvPicPr>
        <p:blipFill rotWithShape="1">
          <a:blip r:embed="rId3">
            <a:alphaModFix/>
          </a:blip>
          <a:srcRect/>
          <a:stretch/>
        </p:blipFill>
        <p:spPr>
          <a:xfrm>
            <a:off x="11059252" y="6095745"/>
            <a:ext cx="413401" cy="521209"/>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99"/>
        <p:cNvGrpSpPr/>
        <p:nvPr/>
      </p:nvGrpSpPr>
      <p:grpSpPr>
        <a:xfrm>
          <a:off x="0" y="0"/>
          <a:ext cx="0" cy="0"/>
          <a:chOff x="0" y="0"/>
          <a:chExt cx="0" cy="0"/>
        </a:xfrm>
      </p:grpSpPr>
      <p:sp>
        <p:nvSpPr>
          <p:cNvPr id="200" name="Google Shape;200;p25"/>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1" name="Google Shape;201;p25"/>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2" name="Google Shape;202;p2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3" name="Google Shape;203;p2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204" name="Google Shape;204;p25"/>
          <p:cNvPicPr preferRelativeResize="0"/>
          <p:nvPr/>
        </p:nvPicPr>
        <p:blipFill rotWithShape="1">
          <a:blip r:embed="rId2">
            <a:alphaModFix amt="7000"/>
          </a:blip>
          <a:srcRect/>
          <a:stretch/>
        </p:blipFill>
        <p:spPr>
          <a:xfrm>
            <a:off x="10355395" y="0"/>
            <a:ext cx="1821117" cy="6857999"/>
          </a:xfrm>
          <a:prstGeom prst="rect">
            <a:avLst/>
          </a:prstGeom>
          <a:noFill/>
          <a:ln>
            <a:noFill/>
          </a:ln>
        </p:spPr>
      </p:pic>
      <p:sp>
        <p:nvSpPr>
          <p:cNvPr id="205" name="Google Shape;205;p25"/>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06" name="Google Shape;206;p25" descr="Shield-navy(rgb for online).png"/>
          <p:cNvPicPr preferRelativeResize="0"/>
          <p:nvPr/>
        </p:nvPicPr>
        <p:blipFill rotWithShape="1">
          <a:blip r:embed="rId3">
            <a:alphaModFix/>
          </a:blip>
          <a:srcRect/>
          <a:stretch/>
        </p:blipFill>
        <p:spPr>
          <a:xfrm>
            <a:off x="11059252" y="6095745"/>
            <a:ext cx="413401" cy="521209"/>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_Title Slide" type="title">
  <p:cSld name="TITLE">
    <p:spTree>
      <p:nvGrpSpPr>
        <p:cNvPr id="1" name="Shape 207"/>
        <p:cNvGrpSpPr/>
        <p:nvPr/>
      </p:nvGrpSpPr>
      <p:grpSpPr>
        <a:xfrm>
          <a:off x="0" y="0"/>
          <a:ext cx="0" cy="0"/>
          <a:chOff x="0" y="0"/>
          <a:chExt cx="0" cy="0"/>
        </a:xfrm>
      </p:grpSpPr>
      <p:sp>
        <p:nvSpPr>
          <p:cNvPr id="208" name="Google Shape;208;p26"/>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9" name="Google Shape;209;p26"/>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10" name="Google Shape;210;p2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1" name="Google Shape;211;p2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2" name="Google Shape;212;p26"/>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ontent">
  <p:cSld name="Title and Content (g3e4580d8323_430_0)">
    <p:spTree>
      <p:nvGrpSpPr>
        <p:cNvPr id="1" name="Shape 213"/>
        <p:cNvGrpSpPr/>
        <p:nvPr/>
      </p:nvGrpSpPr>
      <p:grpSpPr>
        <a:xfrm>
          <a:off x="0" y="0"/>
          <a:ext cx="0" cy="0"/>
          <a:chOff x="0" y="0"/>
          <a:chExt cx="0" cy="0"/>
        </a:xfrm>
      </p:grpSpPr>
      <p:sp>
        <p:nvSpPr>
          <p:cNvPr id="214" name="Google Shape;214;p2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5" name="Google Shape;215;p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6" name="Google Shape;216;p2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7" name="Google Shape;217;p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8" name="Google Shape;218;p27"/>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1">
  <p:cSld name="Title Slide (g3e4580d8323_402_0)">
    <p:spTree>
      <p:nvGrpSpPr>
        <p:cNvPr id="1" name="Shape 219"/>
        <p:cNvGrpSpPr/>
        <p:nvPr/>
      </p:nvGrpSpPr>
      <p:grpSpPr>
        <a:xfrm>
          <a:off x="0" y="0"/>
          <a:ext cx="0" cy="0"/>
          <a:chOff x="0" y="0"/>
          <a:chExt cx="0" cy="0"/>
        </a:xfrm>
      </p:grpSpPr>
      <p:sp>
        <p:nvSpPr>
          <p:cNvPr id="220" name="Google Shape;220;p28"/>
          <p:cNvSpPr txBox="1">
            <a:spLocks noGrp="1"/>
          </p:cNvSpPr>
          <p:nvPr>
            <p:ph type="ctrTitle"/>
          </p:nvPr>
        </p:nvSpPr>
        <p:spPr>
          <a:xfrm>
            <a:off x="838200" y="665163"/>
            <a:ext cx="9144000" cy="21549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02060"/>
              </a:buClr>
              <a:buSzPts val="6000"/>
              <a:buFont typeface="Calibri"/>
              <a:buNone/>
              <a:defRPr sz="60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1" name="Google Shape;221;p28"/>
          <p:cNvSpPr txBox="1">
            <a:spLocks noGrp="1"/>
          </p:cNvSpPr>
          <p:nvPr>
            <p:ph type="subTitle" idx="1"/>
          </p:nvPr>
        </p:nvSpPr>
        <p:spPr>
          <a:xfrm>
            <a:off x="838200" y="2996708"/>
            <a:ext cx="9144000" cy="6927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002060"/>
              </a:buClr>
              <a:buSzPts val="3600"/>
              <a:buNone/>
              <a:defRPr sz="3600">
                <a:solidFill>
                  <a:srgbClr val="00206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22" name="Google Shape;222;p2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3" name="Google Shape;223;p28"/>
          <p:cNvSpPr txBox="1">
            <a:spLocks noGrp="1"/>
          </p:cNvSpPr>
          <p:nvPr>
            <p:ph type="body" idx="2"/>
          </p:nvPr>
        </p:nvSpPr>
        <p:spPr>
          <a:xfrm>
            <a:off x="838200" y="3978275"/>
            <a:ext cx="3768600" cy="12114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800"/>
              <a:buNone/>
              <a:defRPr sz="1800"/>
            </a:lvl1pPr>
            <a:lvl2pPr marL="914400" lvl="1" indent="-342900" algn="l">
              <a:lnSpc>
                <a:spcPct val="90000"/>
              </a:lnSpc>
              <a:spcBef>
                <a:spcPts val="500"/>
              </a:spcBef>
              <a:spcAft>
                <a:spcPts val="0"/>
              </a:spcAft>
              <a:buClr>
                <a:schemeClr val="dk1"/>
              </a:buClr>
              <a:buSzPts val="1800"/>
              <a:buChar char="•"/>
              <a:defRPr sz="1800"/>
            </a:lvl2pPr>
            <a:lvl3pPr marL="1371600" lvl="2" indent="-330200" algn="l">
              <a:lnSpc>
                <a:spcPct val="90000"/>
              </a:lnSpc>
              <a:spcBef>
                <a:spcPts val="500"/>
              </a:spcBef>
              <a:spcAft>
                <a:spcPts val="0"/>
              </a:spcAft>
              <a:buClr>
                <a:schemeClr val="dk1"/>
              </a:buClr>
              <a:buSzPts val="1600"/>
              <a:buChar char="•"/>
              <a:defRPr sz="1600"/>
            </a:lvl3pPr>
            <a:lvl4pPr marL="1828800" lvl="3" indent="-317500" algn="l">
              <a:lnSpc>
                <a:spcPct val="90000"/>
              </a:lnSpc>
              <a:spcBef>
                <a:spcPts val="500"/>
              </a:spcBef>
              <a:spcAft>
                <a:spcPts val="0"/>
              </a:spcAft>
              <a:buClr>
                <a:schemeClr val="dk1"/>
              </a:buClr>
              <a:buSzPts val="1400"/>
              <a:buChar char="•"/>
              <a:defRPr sz="1400"/>
            </a:lvl4pPr>
            <a:lvl5pPr marL="2286000" lvl="4" indent="-317500" algn="l">
              <a:lnSpc>
                <a:spcPct val="90000"/>
              </a:lnSpc>
              <a:spcBef>
                <a:spcPts val="500"/>
              </a:spcBef>
              <a:spcAft>
                <a:spcPts val="0"/>
              </a:spcAft>
              <a:buClr>
                <a:schemeClr val="dk1"/>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Content 1">
  <p:cSld name="Title and Content (g3e4580d8323_323_0)">
    <p:spTree>
      <p:nvGrpSpPr>
        <p:cNvPr id="1" name="Shape 224"/>
        <p:cNvGrpSpPr/>
        <p:nvPr/>
      </p:nvGrpSpPr>
      <p:grpSpPr>
        <a:xfrm>
          <a:off x="0" y="0"/>
          <a:ext cx="0" cy="0"/>
          <a:chOff x="0" y="0"/>
          <a:chExt cx="0" cy="0"/>
        </a:xfrm>
      </p:grpSpPr>
      <p:sp>
        <p:nvSpPr>
          <p:cNvPr id="225" name="Google Shape;225;p2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6" name="Google Shape;226;p2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7" name="Google Shape;227;p2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8" name="Google Shape;228;p2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29"/>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Content 1 1">
  <p:cSld name="Title and Content (g3e4580d8323_316_0)">
    <p:spTree>
      <p:nvGrpSpPr>
        <p:cNvPr id="1" name="Shape 230"/>
        <p:cNvGrpSpPr/>
        <p:nvPr/>
      </p:nvGrpSpPr>
      <p:grpSpPr>
        <a:xfrm>
          <a:off x="0" y="0"/>
          <a:ext cx="0" cy="0"/>
          <a:chOff x="0" y="0"/>
          <a:chExt cx="0" cy="0"/>
        </a:xfrm>
      </p:grpSpPr>
      <p:sp>
        <p:nvSpPr>
          <p:cNvPr id="231" name="Google Shape;231;p3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2" name="Google Shape;232;p30"/>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3" name="Google Shape;233;p3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4" name="Google Shape;234;p3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5" name="Google Shape;235;p30"/>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Content 1 1 1">
  <p:cSld name="Title and Content (g3e4580d8323_265_0)">
    <p:spTree>
      <p:nvGrpSpPr>
        <p:cNvPr id="1" name="Shape 236"/>
        <p:cNvGrpSpPr/>
        <p:nvPr/>
      </p:nvGrpSpPr>
      <p:grpSpPr>
        <a:xfrm>
          <a:off x="0" y="0"/>
          <a:ext cx="0" cy="0"/>
          <a:chOff x="0" y="0"/>
          <a:chExt cx="0" cy="0"/>
        </a:xfrm>
      </p:grpSpPr>
      <p:sp>
        <p:nvSpPr>
          <p:cNvPr id="237" name="Google Shape;237;p3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8" name="Google Shape;238;p3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9" name="Google Shape;239;p3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0" name="Google Shape;240;p3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1" name="Google Shape;241;p31"/>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Content 1 1 1 1">
  <p:cSld name="Title and Content (g3e4580d8323_170_0)">
    <p:spTree>
      <p:nvGrpSpPr>
        <p:cNvPr id="1" name="Shape 242"/>
        <p:cNvGrpSpPr/>
        <p:nvPr/>
      </p:nvGrpSpPr>
      <p:grpSpPr>
        <a:xfrm>
          <a:off x="0" y="0"/>
          <a:ext cx="0" cy="0"/>
          <a:chOff x="0" y="0"/>
          <a:chExt cx="0" cy="0"/>
        </a:xfrm>
      </p:grpSpPr>
      <p:sp>
        <p:nvSpPr>
          <p:cNvPr id="243" name="Google Shape;243;p3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4" name="Google Shape;244;p3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5" name="Google Shape;245;p3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6" name="Google Shape;246;p3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7" name="Google Shape;247;p32"/>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Content 1 1 1 1 1">
  <p:cSld name="Title and Content (g3e4580d8323_141_0)">
    <p:spTree>
      <p:nvGrpSpPr>
        <p:cNvPr id="1" name="Shape 248"/>
        <p:cNvGrpSpPr/>
        <p:nvPr/>
      </p:nvGrpSpPr>
      <p:grpSpPr>
        <a:xfrm>
          <a:off x="0" y="0"/>
          <a:ext cx="0" cy="0"/>
          <a:chOff x="0" y="0"/>
          <a:chExt cx="0" cy="0"/>
        </a:xfrm>
      </p:grpSpPr>
      <p:sp>
        <p:nvSpPr>
          <p:cNvPr id="249" name="Google Shape;249;p3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0" name="Google Shape;250;p3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1" name="Google Shape;251;p3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3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3" name="Google Shape;253;p33"/>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Content 1 1 1 1 1 1">
  <p:cSld name="Title and Content (g3e4580d8323_125_0)">
    <p:spTree>
      <p:nvGrpSpPr>
        <p:cNvPr id="1" name="Shape 254"/>
        <p:cNvGrpSpPr/>
        <p:nvPr/>
      </p:nvGrpSpPr>
      <p:grpSpPr>
        <a:xfrm>
          <a:off x="0" y="0"/>
          <a:ext cx="0" cy="0"/>
          <a:chOff x="0" y="0"/>
          <a:chExt cx="0" cy="0"/>
        </a:xfrm>
      </p:grpSpPr>
      <p:sp>
        <p:nvSpPr>
          <p:cNvPr id="255" name="Google Shape;255;p3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6" name="Google Shape;256;p34"/>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7" name="Google Shape;257;p3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8" name="Google Shape;258;p3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9" name="Google Shape;259;p34"/>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Content 1 1 1 1 1 1 1">
  <p:cSld name="Title and Content (g3e4580d8323_117_0)">
    <p:spTree>
      <p:nvGrpSpPr>
        <p:cNvPr id="1" name="Shape 260"/>
        <p:cNvGrpSpPr/>
        <p:nvPr/>
      </p:nvGrpSpPr>
      <p:grpSpPr>
        <a:xfrm>
          <a:off x="0" y="0"/>
          <a:ext cx="0" cy="0"/>
          <a:chOff x="0" y="0"/>
          <a:chExt cx="0" cy="0"/>
        </a:xfrm>
      </p:grpSpPr>
      <p:sp>
        <p:nvSpPr>
          <p:cNvPr id="261" name="Google Shape;261;p3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2" name="Google Shape;262;p3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3" name="Google Shape;263;p3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4" name="Google Shape;264;p3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5" name="Google Shape;265;p35"/>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Content 1 1 1 1 1 1 1 1">
  <p:cSld name="Title and Content (g3e4580d8323_105_0)">
    <p:spTree>
      <p:nvGrpSpPr>
        <p:cNvPr id="1" name="Shape 266"/>
        <p:cNvGrpSpPr/>
        <p:nvPr/>
      </p:nvGrpSpPr>
      <p:grpSpPr>
        <a:xfrm>
          <a:off x="0" y="0"/>
          <a:ext cx="0" cy="0"/>
          <a:chOff x="0" y="0"/>
          <a:chExt cx="0" cy="0"/>
        </a:xfrm>
      </p:grpSpPr>
      <p:sp>
        <p:nvSpPr>
          <p:cNvPr id="267" name="Google Shape;267;p3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8" name="Google Shape;268;p3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9" name="Google Shape;269;p3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0" name="Google Shape;270;p3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1" name="Google Shape;271;p36"/>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Content 1 1 1 1 1 1 1 1 1">
  <p:cSld name="Title and Content (g3e4580d8323_36_0)">
    <p:spTree>
      <p:nvGrpSpPr>
        <p:cNvPr id="1" name="Shape 272"/>
        <p:cNvGrpSpPr/>
        <p:nvPr/>
      </p:nvGrpSpPr>
      <p:grpSpPr>
        <a:xfrm>
          <a:off x="0" y="0"/>
          <a:ext cx="0" cy="0"/>
          <a:chOff x="0" y="0"/>
          <a:chExt cx="0" cy="0"/>
        </a:xfrm>
      </p:grpSpPr>
      <p:sp>
        <p:nvSpPr>
          <p:cNvPr id="273" name="Google Shape;273;p3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4" name="Google Shape;274;p3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5" name="Google Shape;275;p3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6" name="Google Shape;276;p3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7" name="Google Shape;277;p37"/>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Content 1 1 1 1 1 1 1 1 1 1">
  <p:cSld name="Title and Content (g3e4580d8323_22_0)">
    <p:spTree>
      <p:nvGrpSpPr>
        <p:cNvPr id="1" name="Shape 278"/>
        <p:cNvGrpSpPr/>
        <p:nvPr/>
      </p:nvGrpSpPr>
      <p:grpSpPr>
        <a:xfrm>
          <a:off x="0" y="0"/>
          <a:ext cx="0" cy="0"/>
          <a:chOff x="0" y="0"/>
          <a:chExt cx="0" cy="0"/>
        </a:xfrm>
      </p:grpSpPr>
      <p:sp>
        <p:nvSpPr>
          <p:cNvPr id="279" name="Google Shape;279;p3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0" name="Google Shape;280;p3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1" name="Google Shape;281;p3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2" name="Google Shape;282;p3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3" name="Google Shape;283;p38"/>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Content 1 1 1 1 1 1 1 1 1 1 1">
  <p:cSld name="Title and Content (g3e4580d8323_9_0)">
    <p:spTree>
      <p:nvGrpSpPr>
        <p:cNvPr id="1" name="Shape 284"/>
        <p:cNvGrpSpPr/>
        <p:nvPr/>
      </p:nvGrpSpPr>
      <p:grpSpPr>
        <a:xfrm>
          <a:off x="0" y="0"/>
          <a:ext cx="0" cy="0"/>
          <a:chOff x="0" y="0"/>
          <a:chExt cx="0" cy="0"/>
        </a:xfrm>
      </p:grpSpPr>
      <p:sp>
        <p:nvSpPr>
          <p:cNvPr id="285" name="Google Shape;285;p3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2060"/>
              </a:buClr>
              <a:buSzPts val="2800"/>
              <a:buFont typeface="Calibri"/>
              <a:buNone/>
              <a:defRPr sz="2800" b="1">
                <a:solidFill>
                  <a:srgbClr val="00206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6" name="Google Shape;286;p39"/>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7" name="Google Shape;287;p3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8" name="Google Shape;288;p3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9" name="Google Shape;289;p39"/>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theme" Target="../theme/theme2.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02060"/>
              </a:buClr>
              <a:buSzPts val="2800"/>
              <a:buFont typeface="Calibri"/>
              <a:buNone/>
              <a:defRPr sz="2800" b="1" i="0" u="none" strike="noStrike" cap="none">
                <a:solidFill>
                  <a:srgbClr val="00206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90678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1"/>
          <p:cNvSpPr/>
          <p:nvPr/>
        </p:nvSpPr>
        <p:spPr>
          <a:xfrm rot="10800000">
            <a:off x="-50800" y="6672412"/>
            <a:ext cx="12242799" cy="283957"/>
          </a:xfrm>
          <a:prstGeom prst="rect">
            <a:avLst/>
          </a:prstGeom>
          <a:gradFill>
            <a:gsLst>
              <a:gs pos="0">
                <a:srgbClr val="000044"/>
              </a:gs>
              <a:gs pos="27000">
                <a:srgbClr val="000044"/>
              </a:gs>
              <a:gs pos="100000">
                <a:srgbClr val="CE57C1"/>
              </a:gs>
            </a:gsLst>
            <a:lin ang="13500000" scaled="0"/>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1"/>
        <p:cNvGrpSpPr/>
        <p:nvPr/>
      </p:nvGrpSpPr>
      <p:grpSpPr>
        <a:xfrm>
          <a:off x="0" y="0"/>
          <a:ext cx="0" cy="0"/>
          <a:chOff x="0" y="0"/>
          <a:chExt cx="0" cy="0"/>
        </a:xfrm>
      </p:grpSpPr>
      <p:sp>
        <p:nvSpPr>
          <p:cNvPr id="112" name="Google Shape;112;p1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02060"/>
              </a:buClr>
              <a:buSzPts val="2800"/>
              <a:buFont typeface="Calibri"/>
              <a:buNone/>
              <a:defRPr sz="2800" b="1" i="0" u="none" strike="noStrike" cap="none">
                <a:solidFill>
                  <a:srgbClr val="00206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3" name="Google Shape;113;p14"/>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4" name="Google Shape;114;p1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5" name="Google Shape;115;p1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6" name="Google Shape;116;p14"/>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17" name="Google Shape;117;p14"/>
          <p:cNvSpPr/>
          <p:nvPr/>
        </p:nvSpPr>
        <p:spPr>
          <a:xfrm rot="10800000">
            <a:off x="-50701" y="6672269"/>
            <a:ext cx="12242700" cy="284100"/>
          </a:xfrm>
          <a:prstGeom prst="rect">
            <a:avLst/>
          </a:prstGeom>
          <a:gradFill>
            <a:gsLst>
              <a:gs pos="0">
                <a:srgbClr val="000044"/>
              </a:gs>
              <a:gs pos="27000">
                <a:srgbClr val="000044"/>
              </a:gs>
              <a:gs pos="100000">
                <a:srgbClr val="CE57C1"/>
              </a:gs>
            </a:gsLst>
            <a:lin ang="13500000" scaled="0"/>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6.xml"/><Relationship Id="rId5"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5.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7.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5.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5.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5.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9.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9.xml"/><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9.xml"/><Relationship Id="rId5" Type="http://schemas.openxmlformats.org/officeDocument/2006/relationships/image" Target="../media/image17.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4.xml"/><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4.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7.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3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27.xml"/><Relationship Id="rId6" Type="http://schemas.openxmlformats.org/officeDocument/2006/relationships/image" Target="../media/image3.png"/><Relationship Id="rId5" Type="http://schemas.openxmlformats.org/officeDocument/2006/relationships/image" Target="../media/image32.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7.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3"/>
        <p:cNvGrpSpPr/>
        <p:nvPr/>
      </p:nvGrpSpPr>
      <p:grpSpPr>
        <a:xfrm>
          <a:off x="0" y="0"/>
          <a:ext cx="0" cy="0"/>
          <a:chOff x="0" y="0"/>
          <a:chExt cx="0" cy="0"/>
        </a:xfrm>
      </p:grpSpPr>
      <p:pic>
        <p:nvPicPr>
          <p:cNvPr id="294" name="Google Shape;294;p40"/>
          <p:cNvPicPr preferRelativeResize="0"/>
          <p:nvPr/>
        </p:nvPicPr>
        <p:blipFill rotWithShape="1">
          <a:blip r:embed="rId4">
            <a:alphaModFix/>
          </a:blip>
          <a:srcRect t="90" b="90"/>
          <a:stretch/>
        </p:blipFill>
        <p:spPr>
          <a:xfrm>
            <a:off x="11058525" y="6096000"/>
            <a:ext cx="413400" cy="521100"/>
          </a:xfrm>
          <a:prstGeom prst="rect">
            <a:avLst/>
          </a:prstGeom>
          <a:noFill/>
          <a:ln>
            <a:noFill/>
          </a:ln>
        </p:spPr>
      </p:pic>
      <p:grpSp>
        <p:nvGrpSpPr>
          <p:cNvPr id="295" name="Google Shape;295;p40"/>
          <p:cNvGrpSpPr/>
          <p:nvPr/>
        </p:nvGrpSpPr>
        <p:grpSpPr>
          <a:xfrm>
            <a:off x="838200" y="2095500"/>
            <a:ext cx="7620000" cy="1714500"/>
            <a:chOff x="838200" y="2095500"/>
            <a:chExt cx="7620000" cy="1714500"/>
          </a:xfrm>
        </p:grpSpPr>
        <p:sp>
          <p:nvSpPr>
            <p:cNvPr id="296" name="Google Shape;296;p40"/>
            <p:cNvSpPr/>
            <p:nvPr/>
          </p:nvSpPr>
          <p:spPr>
            <a:xfrm>
              <a:off x="838200" y="2095500"/>
              <a:ext cx="7620000" cy="1714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97" name="Google Shape;297;p40"/>
            <p:cNvSpPr txBox="1"/>
            <p:nvPr/>
          </p:nvSpPr>
          <p:spPr>
            <a:xfrm>
              <a:off x="838200" y="2095500"/>
              <a:ext cx="7620000" cy="1714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5400" b="1" dirty="0">
                  <a:solidFill>
                    <a:srgbClr val="002060"/>
                  </a:solidFill>
                  <a:latin typeface="Calibri"/>
                  <a:ea typeface="Calibri"/>
                  <a:cs typeface="Calibri"/>
                  <a:sym typeface="Calibri"/>
                </a:rPr>
                <a:t>Urban Infrastructure</a:t>
              </a:r>
              <a:endParaRPr sz="5400" b="1" dirty="0">
                <a:solidFill>
                  <a:srgbClr val="002060"/>
                </a:solidFill>
                <a:latin typeface="Calibri"/>
                <a:ea typeface="Calibri"/>
                <a:cs typeface="Calibri"/>
                <a:sym typeface="Calibri"/>
              </a:endParaRPr>
            </a:p>
            <a:p>
              <a:pPr marL="0" lvl="0" indent="0" algn="l" rtl="0">
                <a:spcBef>
                  <a:spcPts val="0"/>
                </a:spcBef>
                <a:spcAft>
                  <a:spcPts val="0"/>
                </a:spcAft>
                <a:buNone/>
              </a:pPr>
              <a:r>
                <a:rPr lang="en-US" sz="5400" b="1" dirty="0">
                  <a:solidFill>
                    <a:srgbClr val="002060"/>
                  </a:solidFill>
                  <a:latin typeface="Calibri"/>
                  <a:ea typeface="Calibri"/>
                  <a:cs typeface="Calibri"/>
                  <a:sym typeface="Calibri"/>
                </a:rPr>
                <a:t>Inspection System</a:t>
              </a:r>
              <a:endParaRPr sz="5400" b="1" dirty="0">
                <a:solidFill>
                  <a:srgbClr val="002060"/>
                </a:solidFill>
                <a:latin typeface="Calibri"/>
                <a:ea typeface="Calibri"/>
                <a:cs typeface="Calibri"/>
                <a:sym typeface="Calibri"/>
              </a:endParaRPr>
            </a:p>
          </p:txBody>
        </p:sp>
      </p:grpSp>
      <p:cxnSp>
        <p:nvCxnSpPr>
          <p:cNvPr id="298" name="Google Shape;298;p40"/>
          <p:cNvCxnSpPr/>
          <p:nvPr/>
        </p:nvCxnSpPr>
        <p:spPr>
          <a:xfrm>
            <a:off x="838200" y="4000500"/>
            <a:ext cx="2019300" cy="0"/>
          </a:xfrm>
          <a:prstGeom prst="straightConnector1">
            <a:avLst/>
          </a:prstGeom>
          <a:solidFill>
            <a:srgbClr val="FFFFFF"/>
          </a:solidFill>
          <a:ln w="38100" cap="flat" cmpd="sng">
            <a:solidFill>
              <a:srgbClr val="002060"/>
            </a:solidFill>
            <a:prstDash val="solid"/>
            <a:round/>
            <a:headEnd type="none" w="sm" len="sm"/>
            <a:tailEnd type="none" w="sm" len="sm"/>
          </a:ln>
        </p:spPr>
      </p:cxnSp>
      <p:pic>
        <p:nvPicPr>
          <p:cNvPr id="299" name="Google Shape;299;p40"/>
          <p:cNvPicPr preferRelativeResize="0"/>
          <p:nvPr/>
        </p:nvPicPr>
        <p:blipFill rotWithShape="1">
          <a:blip r:embed="rId5">
            <a:alphaModFix/>
          </a:blip>
          <a:srcRect l="110" r="110"/>
          <a:stretch/>
        </p:blipFill>
        <p:spPr>
          <a:xfrm>
            <a:off x="838200" y="5824728"/>
            <a:ext cx="4222800" cy="896700"/>
          </a:xfrm>
          <a:prstGeom prst="rect">
            <a:avLst/>
          </a:prstGeom>
          <a:noFill/>
          <a:ln>
            <a:noFill/>
          </a:ln>
        </p:spPr>
      </p:pic>
      <p:sp>
        <p:nvSpPr>
          <p:cNvPr id="300" name="Google Shape;300;p40"/>
          <p:cNvSpPr txBox="1"/>
          <p:nvPr/>
        </p:nvSpPr>
        <p:spPr>
          <a:xfrm>
            <a:off x="838200" y="4381500"/>
            <a:ext cx="4762500" cy="802784"/>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1600" b="1" i="0" dirty="0">
                <a:solidFill>
                  <a:srgbClr val="002060"/>
                </a:solidFill>
                <a:latin typeface="Calibri"/>
                <a:ea typeface="Calibri"/>
                <a:cs typeface="Calibri"/>
                <a:sym typeface="Calibri"/>
              </a:rPr>
              <a:t>Group</a:t>
            </a:r>
            <a:r>
              <a:rPr lang="zh-CN" altLang="en-US" sz="1600" b="1" i="0" dirty="0">
                <a:solidFill>
                  <a:srgbClr val="002060"/>
                </a:solidFill>
                <a:latin typeface="Calibri"/>
                <a:ea typeface="Calibri"/>
                <a:cs typeface="Calibri"/>
                <a:sym typeface="Calibri"/>
              </a:rPr>
              <a:t> </a:t>
            </a:r>
            <a:r>
              <a:rPr lang="en-US" altLang="zh-CN" sz="1600" b="1" i="0" dirty="0">
                <a:solidFill>
                  <a:srgbClr val="002060"/>
                </a:solidFill>
                <a:latin typeface="Calibri"/>
                <a:ea typeface="Calibri"/>
                <a:cs typeface="Calibri"/>
                <a:sym typeface="Calibri"/>
              </a:rPr>
              <a:t>39</a:t>
            </a:r>
            <a:endParaRPr lang="en-US" sz="1600" b="1" i="0" dirty="0">
              <a:solidFill>
                <a:srgbClr val="002060"/>
              </a:solidFill>
              <a:latin typeface="Calibri"/>
              <a:ea typeface="Calibri"/>
              <a:cs typeface="Calibri"/>
              <a:sym typeface="Calibri"/>
            </a:endParaRPr>
          </a:p>
          <a:p>
            <a:pPr marL="0" lvl="0" indent="0" algn="l" rtl="0">
              <a:spcBef>
                <a:spcPts val="0"/>
              </a:spcBef>
              <a:spcAft>
                <a:spcPts val="0"/>
              </a:spcAft>
              <a:buNone/>
            </a:pPr>
            <a:r>
              <a:rPr lang="en-US" sz="1600" b="1" i="0" dirty="0" err="1">
                <a:solidFill>
                  <a:srgbClr val="002060"/>
                </a:solidFill>
                <a:latin typeface="Calibri"/>
                <a:ea typeface="Calibri"/>
                <a:cs typeface="Calibri"/>
                <a:sym typeface="Calibri"/>
              </a:rPr>
              <a:t>Jintong</a:t>
            </a:r>
            <a:r>
              <a:rPr lang="en-US" sz="1600" b="1" i="0" dirty="0">
                <a:solidFill>
                  <a:srgbClr val="002060"/>
                </a:solidFill>
                <a:latin typeface="Calibri"/>
                <a:ea typeface="Calibri"/>
                <a:cs typeface="Calibri"/>
                <a:sym typeface="Calibri"/>
              </a:rPr>
              <a:t> Zhang:</a:t>
            </a:r>
            <a:r>
              <a:rPr lang="en-US" sz="1600" b="0" i="0" dirty="0">
                <a:solidFill>
                  <a:srgbClr val="475569"/>
                </a:solidFill>
                <a:latin typeface="Calibri"/>
                <a:ea typeface="Calibri"/>
                <a:cs typeface="Calibri"/>
                <a:sym typeface="Calibri"/>
              </a:rPr>
              <a:t> 2360862</a:t>
            </a:r>
            <a:endParaRPr sz="1600" b="0" i="0" dirty="0">
              <a:solidFill>
                <a:srgbClr val="475569"/>
              </a:solidFill>
              <a:latin typeface="Calibri"/>
              <a:ea typeface="Calibri"/>
              <a:cs typeface="Calibri"/>
              <a:sym typeface="Calibri"/>
            </a:endParaRPr>
          </a:p>
          <a:p>
            <a:pPr marL="0" lvl="0" indent="0" algn="l" rtl="0">
              <a:spcBef>
                <a:spcPts val="450"/>
              </a:spcBef>
              <a:spcAft>
                <a:spcPts val="0"/>
              </a:spcAft>
              <a:buNone/>
            </a:pPr>
            <a:r>
              <a:rPr lang="en-US" sz="1600" b="1" i="0" dirty="0">
                <a:solidFill>
                  <a:srgbClr val="002060"/>
                </a:solidFill>
                <a:latin typeface="Calibri"/>
                <a:ea typeface="Calibri"/>
                <a:cs typeface="Calibri"/>
                <a:sym typeface="Calibri"/>
              </a:rPr>
              <a:t>Qi Cao:</a:t>
            </a:r>
            <a:r>
              <a:rPr lang="en-US" sz="1600" b="0" i="0" dirty="0">
                <a:solidFill>
                  <a:srgbClr val="475569"/>
                </a:solidFill>
                <a:latin typeface="Calibri"/>
                <a:ea typeface="Calibri"/>
                <a:cs typeface="Calibri"/>
                <a:sym typeface="Calibri"/>
              </a:rPr>
              <a:t> 2360908</a:t>
            </a:r>
            <a:endParaRPr sz="1600" b="0" i="0" dirty="0">
              <a:solidFill>
                <a:srgbClr val="475569"/>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advTm="9698"/>
    </mc:Choice>
    <mc:Fallback xmlns="">
      <p:transition spd="slow" advTm="969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pic>
        <p:nvPicPr>
          <p:cNvPr id="305" name="Google Shape;305;p41"/>
          <p:cNvPicPr preferRelativeResize="0"/>
          <p:nvPr/>
        </p:nvPicPr>
        <p:blipFill rotWithShape="1">
          <a:blip r:embed="rId3">
            <a:alphaModFix amt="7000"/>
          </a:blip>
          <a:srcRect/>
          <a:stretch/>
        </p:blipFill>
        <p:spPr>
          <a:xfrm>
            <a:off x="10355395" y="0"/>
            <a:ext cx="1821117" cy="6857999"/>
          </a:xfrm>
          <a:prstGeom prst="rect">
            <a:avLst/>
          </a:prstGeom>
          <a:noFill/>
          <a:ln>
            <a:noFill/>
          </a:ln>
        </p:spPr>
      </p:pic>
      <p:pic>
        <p:nvPicPr>
          <p:cNvPr id="306" name="Google Shape;306;p41" descr="Shield-navy(rgb for online).png"/>
          <p:cNvPicPr preferRelativeResize="0"/>
          <p:nvPr/>
        </p:nvPicPr>
        <p:blipFill rotWithShape="1">
          <a:blip r:embed="rId4">
            <a:alphaModFix/>
          </a:blip>
          <a:srcRect/>
          <a:stretch/>
        </p:blipFill>
        <p:spPr>
          <a:xfrm>
            <a:off x="11059252" y="6095745"/>
            <a:ext cx="413401" cy="521209"/>
          </a:xfrm>
          <a:prstGeom prst="rect">
            <a:avLst/>
          </a:prstGeom>
          <a:noFill/>
          <a:ln>
            <a:noFill/>
          </a:ln>
        </p:spPr>
      </p:pic>
      <p:sp>
        <p:nvSpPr>
          <p:cNvPr id="307" name="Google Shape;307;p41"/>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308" name="Google Shape;308;p41"/>
          <p:cNvSpPr txBox="1">
            <a:spLocks noGrp="1"/>
          </p:cNvSpPr>
          <p:nvPr>
            <p:ph type="title"/>
          </p:nvPr>
        </p:nvSpPr>
        <p:spPr>
          <a:xfrm>
            <a:off x="301700" y="119500"/>
            <a:ext cx="10515600" cy="1325700"/>
          </a:xfrm>
          <a:prstGeom prst="rect">
            <a:avLst/>
          </a:prstGeom>
          <a:solidFill>
            <a:srgbClr val="000000">
              <a:alpha val="0"/>
            </a:srgbClr>
          </a:solidFill>
          <a:ln>
            <a:noFill/>
          </a:ln>
        </p:spPr>
        <p:txBody>
          <a:bodyPr spcFirstLastPara="1" wrap="square" lIns="536500" tIns="0" rIns="0" bIns="190500" anchor="b" anchorCtr="0">
            <a:normAutofit/>
          </a:bodyPr>
          <a:lstStyle/>
          <a:p>
            <a:pPr marL="0" lvl="0" indent="0" algn="l" rtl="0">
              <a:spcBef>
                <a:spcPts val="0"/>
              </a:spcBef>
              <a:spcAft>
                <a:spcPts val="0"/>
              </a:spcAft>
              <a:buNone/>
            </a:pPr>
            <a:r>
              <a:rPr lang="en-US" sz="3600" b="1">
                <a:solidFill>
                  <a:srgbClr val="002060"/>
                </a:solidFill>
                <a:latin typeface="Calibri"/>
                <a:ea typeface="Calibri"/>
                <a:cs typeface="Calibri"/>
                <a:sym typeface="Calibri"/>
              </a:rPr>
              <a:t>Content</a:t>
            </a:r>
            <a:endParaRPr sz="3600" b="1">
              <a:solidFill>
                <a:srgbClr val="002060"/>
              </a:solidFill>
              <a:latin typeface="Calibri"/>
              <a:ea typeface="Calibri"/>
              <a:cs typeface="Calibri"/>
              <a:sym typeface="Calibri"/>
            </a:endParaRPr>
          </a:p>
        </p:txBody>
      </p:sp>
      <p:sp>
        <p:nvSpPr>
          <p:cNvPr id="309" name="Google Shape;309;p41"/>
          <p:cNvSpPr txBox="1">
            <a:spLocks noGrp="1"/>
          </p:cNvSpPr>
          <p:nvPr>
            <p:ph type="body" idx="1"/>
          </p:nvPr>
        </p:nvSpPr>
        <p:spPr>
          <a:xfrm>
            <a:off x="838200" y="2005153"/>
            <a:ext cx="10515600" cy="4351200"/>
          </a:xfrm>
          <a:prstGeom prst="rect">
            <a:avLst/>
          </a:prstGeom>
          <a:solidFill>
            <a:srgbClr val="000000">
              <a:alpha val="0"/>
            </a:srgbClr>
          </a:solidFill>
          <a:ln>
            <a:noFill/>
          </a:ln>
        </p:spPr>
        <p:txBody>
          <a:bodyPr spcFirstLastPara="1" wrap="square" lIns="0" tIns="0" rIns="0" bIns="0" anchor="t" anchorCtr="0">
            <a:normAutofit/>
          </a:bodyPr>
          <a:lstStyle/>
          <a:p>
            <a:pPr marL="0" lvl="0" indent="0" algn="l" rtl="0">
              <a:spcBef>
                <a:spcPts val="1000"/>
              </a:spcBef>
              <a:spcAft>
                <a:spcPts val="0"/>
              </a:spcAft>
              <a:buNone/>
            </a:pPr>
            <a:r>
              <a:rPr lang="en-US" sz="3600" b="1">
                <a:solidFill>
                  <a:srgbClr val="002060"/>
                </a:solidFill>
                <a:latin typeface="Calibri"/>
                <a:ea typeface="Calibri"/>
                <a:cs typeface="Calibri"/>
                <a:sym typeface="Calibri"/>
              </a:rPr>
              <a:t>01 </a:t>
            </a:r>
            <a:r>
              <a:rPr lang="en-US" sz="3600">
                <a:solidFill>
                  <a:srgbClr val="002060"/>
                </a:solidFill>
              </a:rPr>
              <a:t>Project Introduction</a:t>
            </a:r>
            <a:endParaRPr sz="3600">
              <a:solidFill>
                <a:srgbClr val="002060"/>
              </a:solidFill>
            </a:endParaRPr>
          </a:p>
          <a:p>
            <a:pPr marL="0" lvl="0" indent="0" algn="l" rtl="0">
              <a:spcBef>
                <a:spcPts val="1875"/>
              </a:spcBef>
              <a:spcAft>
                <a:spcPts val="0"/>
              </a:spcAft>
              <a:buNone/>
            </a:pPr>
            <a:r>
              <a:rPr lang="en-US" sz="3600" b="1">
                <a:solidFill>
                  <a:srgbClr val="002060"/>
                </a:solidFill>
                <a:latin typeface="Calibri"/>
                <a:ea typeface="Calibri"/>
                <a:cs typeface="Calibri"/>
                <a:sym typeface="Calibri"/>
              </a:rPr>
              <a:t>02 </a:t>
            </a:r>
            <a:r>
              <a:rPr lang="en-US" sz="3600">
                <a:solidFill>
                  <a:srgbClr val="002060"/>
                </a:solidFill>
              </a:rPr>
              <a:t>Sorting System</a:t>
            </a:r>
            <a:endParaRPr sz="3600">
              <a:solidFill>
                <a:srgbClr val="002060"/>
              </a:solidFill>
            </a:endParaRPr>
          </a:p>
          <a:p>
            <a:pPr marL="0" lvl="0" indent="0" algn="l" rtl="0">
              <a:spcBef>
                <a:spcPts val="1875"/>
              </a:spcBef>
              <a:spcAft>
                <a:spcPts val="0"/>
              </a:spcAft>
              <a:buNone/>
            </a:pPr>
            <a:r>
              <a:rPr lang="en-US" sz="3600" b="1">
                <a:solidFill>
                  <a:srgbClr val="002060"/>
                </a:solidFill>
                <a:latin typeface="Calibri"/>
                <a:ea typeface="Calibri"/>
                <a:cs typeface="Calibri"/>
                <a:sym typeface="Calibri"/>
              </a:rPr>
              <a:t>03 </a:t>
            </a:r>
            <a:r>
              <a:rPr lang="en-US" sz="3600">
                <a:solidFill>
                  <a:srgbClr val="002060"/>
                </a:solidFill>
              </a:rPr>
              <a:t>Graph System</a:t>
            </a:r>
            <a:endParaRPr sz="3600">
              <a:solidFill>
                <a:srgbClr val="002060"/>
              </a:solidFill>
            </a:endParaRPr>
          </a:p>
          <a:p>
            <a:pPr marL="0" lvl="0" indent="0" algn="l" rtl="0">
              <a:spcBef>
                <a:spcPts val="1875"/>
              </a:spcBef>
              <a:spcAft>
                <a:spcPts val="0"/>
              </a:spcAft>
              <a:buNone/>
            </a:pPr>
            <a:r>
              <a:rPr lang="en-US" sz="3600" b="1">
                <a:solidFill>
                  <a:srgbClr val="002060"/>
                </a:solidFill>
                <a:latin typeface="Calibri"/>
                <a:ea typeface="Calibri"/>
                <a:cs typeface="Calibri"/>
                <a:sym typeface="Calibri"/>
              </a:rPr>
              <a:t>04 </a:t>
            </a:r>
            <a:r>
              <a:rPr lang="en-US" sz="3600">
                <a:solidFill>
                  <a:srgbClr val="002060"/>
                </a:solidFill>
              </a:rPr>
              <a:t>Design of the Overall Application</a:t>
            </a:r>
            <a:endParaRPr sz="3600">
              <a:solidFill>
                <a:srgbClr val="002060"/>
              </a:solidFill>
            </a:endParaRPr>
          </a:p>
          <a:p>
            <a:pPr marL="0" lvl="0" indent="0" algn="l" rtl="0">
              <a:spcBef>
                <a:spcPts val="1875"/>
              </a:spcBef>
              <a:spcAft>
                <a:spcPts val="0"/>
              </a:spcAft>
              <a:buNone/>
            </a:pPr>
            <a:r>
              <a:rPr lang="en-US" sz="3600" b="1">
                <a:solidFill>
                  <a:srgbClr val="002060"/>
                </a:solidFill>
                <a:latin typeface="Calibri"/>
                <a:ea typeface="Calibri"/>
                <a:cs typeface="Calibri"/>
                <a:sym typeface="Calibri"/>
              </a:rPr>
              <a:t>05 </a:t>
            </a:r>
            <a:r>
              <a:rPr lang="en-US" sz="3600">
                <a:solidFill>
                  <a:srgbClr val="002060"/>
                </a:solidFill>
              </a:rPr>
              <a:t>Project Reflection</a:t>
            </a:r>
            <a:endParaRPr sz="3400">
              <a:solidFill>
                <a:srgbClr val="334155"/>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2400"/>
    </mc:Choice>
    <mc:Fallback xmlns="">
      <p:transition spd="slow" advTm="24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36"/>
        <p:cNvGrpSpPr/>
        <p:nvPr/>
      </p:nvGrpSpPr>
      <p:grpSpPr>
        <a:xfrm>
          <a:off x="0" y="0"/>
          <a:ext cx="0" cy="0"/>
          <a:chOff x="0" y="0"/>
          <a:chExt cx="0" cy="0"/>
        </a:xfrm>
      </p:grpSpPr>
      <p:pic>
        <p:nvPicPr>
          <p:cNvPr id="337" name="Google Shape;337;p43"/>
          <p:cNvPicPr preferRelativeResize="0"/>
          <p:nvPr/>
        </p:nvPicPr>
        <p:blipFill rotWithShape="1">
          <a:blip r:embed="rId4">
            <a:alphaModFix amt="7000"/>
          </a:blip>
          <a:srcRect/>
          <a:stretch/>
        </p:blipFill>
        <p:spPr>
          <a:xfrm>
            <a:off x="10542751" y="705550"/>
            <a:ext cx="1633750" cy="6152451"/>
          </a:xfrm>
          <a:prstGeom prst="rect">
            <a:avLst/>
          </a:prstGeom>
          <a:noFill/>
          <a:ln>
            <a:noFill/>
          </a:ln>
        </p:spPr>
      </p:pic>
      <p:pic>
        <p:nvPicPr>
          <p:cNvPr id="338" name="Google Shape;338;p43"/>
          <p:cNvPicPr preferRelativeResize="0"/>
          <p:nvPr/>
        </p:nvPicPr>
        <p:blipFill rotWithShape="1">
          <a:blip r:embed="rId5">
            <a:alphaModFix/>
          </a:blip>
          <a:srcRect t="70" b="80"/>
          <a:stretch/>
        </p:blipFill>
        <p:spPr>
          <a:xfrm>
            <a:off x="11059287" y="6095743"/>
            <a:ext cx="413400" cy="521100"/>
          </a:xfrm>
          <a:prstGeom prst="rect">
            <a:avLst/>
          </a:prstGeom>
          <a:noFill/>
          <a:ln>
            <a:noFill/>
          </a:ln>
        </p:spPr>
      </p:pic>
      <p:sp>
        <p:nvSpPr>
          <p:cNvPr id="339" name="Google Shape;339;p43"/>
          <p:cNvSpPr txBox="1">
            <a:spLocks noGrp="1"/>
          </p:cNvSpPr>
          <p:nvPr>
            <p:ph type="title"/>
          </p:nvPr>
        </p:nvSpPr>
        <p:spPr>
          <a:xfrm>
            <a:off x="838200" y="381000"/>
            <a:ext cx="9525000" cy="1143000"/>
          </a:xfrm>
          <a:prstGeom prst="rect">
            <a:avLst/>
          </a:prstGeom>
          <a:solidFill>
            <a:srgbClr val="000000">
              <a:alpha val="0"/>
            </a:srgbClr>
          </a:solidFill>
          <a:ln>
            <a:noFill/>
          </a:ln>
        </p:spPr>
        <p:txBody>
          <a:bodyPr spcFirstLastPara="1" wrap="square" lIns="0" tIns="0" rIns="0" bIns="0" anchor="ctr" anchorCtr="0">
            <a:normAutofit/>
          </a:bodyPr>
          <a:lstStyle/>
          <a:p>
            <a:pPr marL="0" lvl="0" indent="0" algn="l" rtl="0">
              <a:spcBef>
                <a:spcPts val="0"/>
              </a:spcBef>
              <a:spcAft>
                <a:spcPts val="0"/>
              </a:spcAft>
              <a:buNone/>
            </a:pPr>
            <a:r>
              <a:rPr lang="en-US" sz="4200" b="1">
                <a:solidFill>
                  <a:srgbClr val="002060"/>
                </a:solidFill>
                <a:latin typeface="Calibri"/>
                <a:ea typeface="Calibri"/>
                <a:cs typeface="Calibri"/>
                <a:sym typeface="Calibri"/>
              </a:rPr>
              <a:t>Project Introduction</a:t>
            </a:r>
            <a:endParaRPr sz="4200" b="1">
              <a:solidFill>
                <a:srgbClr val="002060"/>
              </a:solidFill>
              <a:latin typeface="Calibri"/>
              <a:ea typeface="Calibri"/>
              <a:cs typeface="Calibri"/>
              <a:sym typeface="Calibri"/>
            </a:endParaRPr>
          </a:p>
        </p:txBody>
      </p:sp>
      <p:sp>
        <p:nvSpPr>
          <p:cNvPr id="340" name="Google Shape;340;p43"/>
          <p:cNvSpPr txBox="1">
            <a:spLocks noGrp="1"/>
          </p:cNvSpPr>
          <p:nvPr>
            <p:ph type="sldNum" idx="12"/>
          </p:nvPr>
        </p:nvSpPr>
        <p:spPr>
          <a:xfrm>
            <a:off x="90678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grpSp>
        <p:nvGrpSpPr>
          <p:cNvPr id="341" name="Google Shape;341;p43"/>
          <p:cNvGrpSpPr/>
          <p:nvPr/>
        </p:nvGrpSpPr>
        <p:grpSpPr>
          <a:xfrm>
            <a:off x="838200" y="1428750"/>
            <a:ext cx="9525000" cy="4762350"/>
            <a:chOff x="944050" y="1489113"/>
            <a:chExt cx="9525000" cy="4762350"/>
          </a:xfrm>
        </p:grpSpPr>
        <p:sp>
          <p:nvSpPr>
            <p:cNvPr id="342" name="Google Shape;342;p43"/>
            <p:cNvSpPr/>
            <p:nvPr/>
          </p:nvSpPr>
          <p:spPr>
            <a:xfrm>
              <a:off x="944050" y="1489113"/>
              <a:ext cx="9525000" cy="1428900"/>
            </a:xfrm>
            <a:prstGeom prst="roundRect">
              <a:avLst>
                <a:gd name="adj" fmla="val 800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3" name="Google Shape;343;p43"/>
            <p:cNvSpPr txBox="1"/>
            <p:nvPr/>
          </p:nvSpPr>
          <p:spPr>
            <a:xfrm>
              <a:off x="944050" y="1631838"/>
              <a:ext cx="9525000" cy="1428900"/>
            </a:xfrm>
            <a:prstGeom prst="rect">
              <a:avLst/>
            </a:prstGeom>
            <a:solidFill>
              <a:srgbClr val="000000">
                <a:alpha val="0"/>
              </a:srgbClr>
            </a:solidFill>
            <a:ln>
              <a:noFill/>
            </a:ln>
          </p:spPr>
          <p:txBody>
            <a:bodyPr spcFirstLastPara="1" wrap="square" lIns="238125" tIns="238125" rIns="238125" bIns="238125" anchor="ctr" anchorCtr="0">
              <a:noAutofit/>
            </a:bodyPr>
            <a:lstStyle/>
            <a:p>
              <a:pPr marL="0" lvl="0" indent="0" algn="l" rtl="0">
                <a:spcBef>
                  <a:spcPts val="0"/>
                </a:spcBef>
                <a:spcAft>
                  <a:spcPts val="0"/>
                </a:spcAft>
                <a:buNone/>
              </a:pPr>
              <a:r>
                <a:rPr lang="en-US" sz="2200" b="1" dirty="0">
                  <a:solidFill>
                    <a:srgbClr val="002060"/>
                  </a:solidFill>
                  <a:latin typeface="Calibri"/>
                  <a:ea typeface="Calibri"/>
                  <a:cs typeface="Calibri"/>
                  <a:sym typeface="Calibri"/>
                </a:rPr>
                <a:t>Project Scenario</a:t>
              </a:r>
              <a:endParaRPr sz="2200" b="1" dirty="0">
                <a:solidFill>
                  <a:srgbClr val="002060"/>
                </a:solidFill>
                <a:latin typeface="Calibri"/>
                <a:ea typeface="Calibri"/>
                <a:cs typeface="Calibri"/>
                <a:sym typeface="Calibri"/>
              </a:endParaRPr>
            </a:p>
            <a:p>
              <a:pPr marL="0" lvl="0" indent="0" algn="l" rtl="0">
                <a:spcBef>
                  <a:spcPts val="0"/>
                </a:spcBef>
                <a:spcAft>
                  <a:spcPts val="0"/>
                </a:spcAft>
                <a:buNone/>
              </a:pPr>
              <a:r>
                <a:rPr lang="en-US" sz="1600" dirty="0">
                  <a:solidFill>
                    <a:srgbClr val="475569"/>
                  </a:solidFill>
                  <a:latin typeface="Calibri"/>
                  <a:ea typeface="Calibri"/>
                  <a:cs typeface="Calibri"/>
                  <a:sym typeface="Calibri"/>
                </a:rPr>
                <a:t>A city needs to conduct a large-scale infrastructure inspection task across its urban network. The task is to identify and prioritize important inspection locations from three candidate datasets, then calculate efficient routes for the given query cases using the weighted graph dataset.</a:t>
              </a:r>
              <a:endParaRPr sz="1600" dirty="0">
                <a:solidFill>
                  <a:srgbClr val="475569"/>
                </a:solidFill>
                <a:latin typeface="Calibri"/>
                <a:ea typeface="Calibri"/>
                <a:cs typeface="Calibri"/>
                <a:sym typeface="Calibri"/>
              </a:endParaRPr>
            </a:p>
            <a:p>
              <a:pPr marL="0" lvl="0" indent="0" algn="l" rtl="0">
                <a:lnSpc>
                  <a:spcPct val="115000"/>
                </a:lnSpc>
                <a:spcBef>
                  <a:spcPts val="1200"/>
                </a:spcBef>
                <a:spcAft>
                  <a:spcPts val="1200"/>
                </a:spcAft>
                <a:buNone/>
              </a:pPr>
              <a:endParaRPr sz="1600" dirty="0">
                <a:solidFill>
                  <a:srgbClr val="475569"/>
                </a:solidFill>
                <a:latin typeface="Calibri"/>
                <a:ea typeface="Calibri"/>
                <a:cs typeface="Calibri"/>
                <a:sym typeface="Calibri"/>
              </a:endParaRPr>
            </a:p>
          </p:txBody>
        </p:sp>
        <p:sp>
          <p:nvSpPr>
            <p:cNvPr id="344" name="Google Shape;344;p43"/>
            <p:cNvSpPr/>
            <p:nvPr/>
          </p:nvSpPr>
          <p:spPr>
            <a:xfrm>
              <a:off x="944050" y="4441863"/>
              <a:ext cx="9525000" cy="1809600"/>
            </a:xfrm>
            <a:prstGeom prst="roundRect">
              <a:avLst>
                <a:gd name="adj" fmla="val 4210"/>
              </a:avLst>
            </a:prstGeom>
            <a:solidFill>
              <a:srgbClr val="F1F5F9"/>
            </a:solidFill>
            <a:ln w="9525" cap="flat" cmpd="sng">
              <a:solidFill>
                <a:srgbClr val="CBD5E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5" name="Google Shape;345;p43"/>
            <p:cNvSpPr txBox="1"/>
            <p:nvPr/>
          </p:nvSpPr>
          <p:spPr>
            <a:xfrm>
              <a:off x="944050" y="4441863"/>
              <a:ext cx="9525000" cy="1809600"/>
            </a:xfrm>
            <a:prstGeom prst="rect">
              <a:avLst/>
            </a:prstGeom>
            <a:solidFill>
              <a:srgbClr val="000000">
                <a:alpha val="0"/>
              </a:srgbClr>
            </a:solidFill>
            <a:ln>
              <a:noFill/>
            </a:ln>
          </p:spPr>
          <p:txBody>
            <a:bodyPr spcFirstLastPara="1" wrap="square" lIns="190500" tIns="190500" rIns="190500" bIns="190500" anchor="ctr" anchorCtr="0">
              <a:noAutofit/>
            </a:bodyPr>
            <a:lstStyle/>
            <a:p>
              <a:pPr marL="0" lvl="0" indent="0" algn="l" rtl="0">
                <a:spcBef>
                  <a:spcPts val="0"/>
                </a:spcBef>
                <a:spcAft>
                  <a:spcPts val="0"/>
                </a:spcAft>
                <a:buNone/>
              </a:pPr>
              <a:r>
                <a:rPr lang="en-US" sz="2000" b="1">
                  <a:solidFill>
                    <a:srgbClr val="002060"/>
                  </a:solidFill>
                  <a:latin typeface="Calibri"/>
                  <a:ea typeface="Calibri"/>
                  <a:cs typeface="Calibri"/>
                  <a:sym typeface="Calibri"/>
                </a:rPr>
                <a:t>Objectives</a:t>
              </a:r>
              <a:endParaRPr sz="2000" b="1">
                <a:solidFill>
                  <a:srgbClr val="002060"/>
                </a:solidFill>
                <a:latin typeface="Calibri"/>
                <a:ea typeface="Calibri"/>
                <a:cs typeface="Calibri"/>
                <a:sym typeface="Calibri"/>
              </a:endParaRPr>
            </a:p>
            <a:p>
              <a:pPr marL="457200" lvl="0" indent="-317500" algn="l" rtl="0">
                <a:spcBef>
                  <a:spcPts val="750"/>
                </a:spcBef>
                <a:spcAft>
                  <a:spcPts val="0"/>
                </a:spcAft>
                <a:buClr>
                  <a:srgbClr val="475569"/>
                </a:buClr>
                <a:buSzPts val="1400"/>
                <a:buFont typeface="Calibri"/>
                <a:buChar char="●"/>
              </a:pPr>
              <a:r>
                <a:rPr lang="en-US" sz="1400" b="0">
                  <a:solidFill>
                    <a:srgbClr val="475569"/>
                  </a:solidFill>
                  <a:latin typeface="Calibri"/>
                  <a:ea typeface="Calibri"/>
                  <a:cs typeface="Calibri"/>
                  <a:sym typeface="Calibri"/>
                </a:rPr>
                <a:t>Process three candidate datasets</a:t>
              </a:r>
              <a:endParaRPr sz="1400" b="0">
                <a:solidFill>
                  <a:srgbClr val="475569"/>
                </a:solidFill>
                <a:latin typeface="Calibri"/>
                <a:ea typeface="Calibri"/>
                <a:cs typeface="Calibri"/>
                <a:sym typeface="Calibri"/>
              </a:endParaRPr>
            </a:p>
            <a:p>
              <a:pPr marL="457200" lvl="0" indent="-317500" algn="l" rtl="0">
                <a:spcBef>
                  <a:spcPts val="450"/>
                </a:spcBef>
                <a:spcAft>
                  <a:spcPts val="0"/>
                </a:spcAft>
                <a:buClr>
                  <a:srgbClr val="475569"/>
                </a:buClr>
                <a:buSzPts val="1400"/>
                <a:buFont typeface="Calibri"/>
                <a:buChar char="●"/>
              </a:pPr>
              <a:r>
                <a:rPr lang="en-US" sz="1400" b="0">
                  <a:solidFill>
                    <a:srgbClr val="475569"/>
                  </a:solidFill>
                  <a:latin typeface="Calibri"/>
                  <a:ea typeface="Calibri"/>
                  <a:cs typeface="Calibri"/>
                  <a:sym typeface="Calibri"/>
                </a:rPr>
                <a:t>Select top 10 highest-priority locations per dataset</a:t>
              </a:r>
              <a:endParaRPr sz="1400" b="0">
                <a:solidFill>
                  <a:srgbClr val="475569"/>
                </a:solidFill>
                <a:latin typeface="Calibri"/>
                <a:ea typeface="Calibri"/>
                <a:cs typeface="Calibri"/>
                <a:sym typeface="Calibri"/>
              </a:endParaRPr>
            </a:p>
            <a:p>
              <a:pPr marL="457200" lvl="0" indent="-317500" algn="l" rtl="0">
                <a:spcBef>
                  <a:spcPts val="450"/>
                </a:spcBef>
                <a:spcAft>
                  <a:spcPts val="0"/>
                </a:spcAft>
                <a:buClr>
                  <a:srgbClr val="475569"/>
                </a:buClr>
                <a:buSzPts val="1400"/>
                <a:buFont typeface="Calibri"/>
                <a:buChar char="●"/>
              </a:pPr>
              <a:r>
                <a:rPr lang="en-US" sz="1400" b="0">
                  <a:solidFill>
                    <a:srgbClr val="475569"/>
                  </a:solidFill>
                  <a:latin typeface="Calibri"/>
                  <a:ea typeface="Calibri"/>
                  <a:cs typeface="Calibri"/>
                  <a:sym typeface="Calibri"/>
                </a:rPr>
                <a:t>Build weighted graph from paths.csv</a:t>
              </a:r>
              <a:endParaRPr sz="1400" b="0">
                <a:solidFill>
                  <a:srgbClr val="475569"/>
                </a:solidFill>
                <a:latin typeface="Calibri"/>
                <a:ea typeface="Calibri"/>
                <a:cs typeface="Calibri"/>
                <a:sym typeface="Calibri"/>
              </a:endParaRPr>
            </a:p>
            <a:p>
              <a:pPr marL="457200" lvl="0" indent="-317500" algn="l" rtl="0">
                <a:spcBef>
                  <a:spcPts val="450"/>
                </a:spcBef>
                <a:spcAft>
                  <a:spcPts val="0"/>
                </a:spcAft>
                <a:buClr>
                  <a:srgbClr val="475569"/>
                </a:buClr>
                <a:buSzPts val="1400"/>
                <a:buFont typeface="Calibri"/>
                <a:buChar char="●"/>
              </a:pPr>
              <a:r>
                <a:rPr lang="en-US" sz="1400" b="0">
                  <a:solidFill>
                    <a:srgbClr val="475569"/>
                  </a:solidFill>
                  <a:latin typeface="Calibri"/>
                  <a:ea typeface="Calibri"/>
                  <a:cs typeface="Calibri"/>
                  <a:sym typeface="Calibri"/>
                </a:rPr>
                <a:t>Compute shortest paths for</a:t>
              </a:r>
              <a:r>
                <a:rPr lang="en-US">
                  <a:solidFill>
                    <a:srgbClr val="475569"/>
                  </a:solidFill>
                  <a:latin typeface="Calibri"/>
                  <a:ea typeface="Calibri"/>
                  <a:cs typeface="Calibri"/>
                  <a:sym typeface="Calibri"/>
                </a:rPr>
                <a:t> query cases</a:t>
              </a:r>
              <a:endParaRPr sz="1400" b="0">
                <a:solidFill>
                  <a:srgbClr val="475569"/>
                </a:solidFill>
                <a:latin typeface="Calibri"/>
                <a:ea typeface="Calibri"/>
                <a:cs typeface="Calibri"/>
                <a:sym typeface="Calibri"/>
              </a:endParaRPr>
            </a:p>
          </p:txBody>
        </p:sp>
        <p:sp>
          <p:nvSpPr>
            <p:cNvPr id="346" name="Google Shape;346;p43"/>
            <p:cNvSpPr/>
            <p:nvPr/>
          </p:nvSpPr>
          <p:spPr>
            <a:xfrm>
              <a:off x="944050" y="3060738"/>
              <a:ext cx="9525000" cy="1238400"/>
            </a:xfrm>
            <a:prstGeom prst="roundRect">
              <a:avLst>
                <a:gd name="adj" fmla="val 6152"/>
              </a:avLst>
            </a:prstGeom>
            <a:solidFill>
              <a:srgbClr val="F8FAFC"/>
            </a:solidFill>
            <a:ln w="9525" cap="flat" cmpd="sng">
              <a:solidFill>
                <a:srgbClr val="E2E8F0"/>
              </a:solidFill>
              <a:prstDash val="solid"/>
              <a:round/>
              <a:headEnd type="none" w="sm" len="sm"/>
              <a:tailEnd type="none" w="sm" len="sm"/>
            </a:ln>
          </p:spPr>
          <p:txBody>
            <a:bodyPr spcFirstLastPara="1" wrap="square" lIns="190500" tIns="190500" rIns="190500" bIns="190500" anchor="ctr" anchorCtr="0">
              <a:noAutofit/>
            </a:bodyPr>
            <a:lstStyle/>
            <a:p>
              <a:pPr marL="0" lvl="0" indent="0" algn="l" rtl="0">
                <a:spcBef>
                  <a:spcPts val="0"/>
                </a:spcBef>
                <a:spcAft>
                  <a:spcPts val="0"/>
                </a:spcAft>
                <a:buNone/>
              </a:pPr>
              <a:r>
                <a:rPr lang="en-US" sz="2200" b="1" dirty="0">
                  <a:solidFill>
                    <a:srgbClr val="002060"/>
                  </a:solidFill>
                  <a:latin typeface="Calibri"/>
                  <a:ea typeface="Calibri"/>
                  <a:cs typeface="Calibri"/>
                  <a:sym typeface="Calibri"/>
                </a:rPr>
                <a:t>Goal</a:t>
              </a:r>
              <a:endParaRPr sz="2200" b="1" dirty="0">
                <a:solidFill>
                  <a:srgbClr val="002060"/>
                </a:solidFill>
                <a:latin typeface="Calibri"/>
                <a:ea typeface="Calibri"/>
                <a:cs typeface="Calibri"/>
                <a:sym typeface="Calibri"/>
              </a:endParaRPr>
            </a:p>
            <a:p>
              <a:pPr marL="0" lvl="0" indent="0" algn="l" rtl="0">
                <a:spcBef>
                  <a:spcPts val="750"/>
                </a:spcBef>
                <a:spcAft>
                  <a:spcPts val="0"/>
                </a:spcAft>
                <a:buNone/>
              </a:pPr>
              <a:r>
                <a:rPr lang="en-US" sz="1600" b="0" dirty="0">
                  <a:solidFill>
                    <a:srgbClr val="475569"/>
                  </a:solidFill>
                  <a:latin typeface="Calibri"/>
                  <a:ea typeface="Calibri"/>
                  <a:cs typeface="Calibri"/>
                  <a:sym typeface="Calibri"/>
                </a:rPr>
                <a:t>Choose high-priority inspection targets and calculate shortest travel paths based on provided CSV files and quer</a:t>
              </a:r>
              <a:r>
                <a:rPr lang="en-US" sz="1600" dirty="0">
                  <a:solidFill>
                    <a:srgbClr val="475569"/>
                  </a:solidFill>
                  <a:latin typeface="Calibri"/>
                  <a:ea typeface="Calibri"/>
                  <a:cs typeface="Calibri"/>
                  <a:sym typeface="Calibri"/>
                </a:rPr>
                <a:t>y cases.</a:t>
              </a:r>
              <a:endParaRPr sz="1600" b="0" dirty="0">
                <a:solidFill>
                  <a:srgbClr val="475569"/>
                </a:solidFill>
                <a:latin typeface="Calibri"/>
                <a:ea typeface="Calibri"/>
                <a:cs typeface="Calibri"/>
                <a:sym typeface="Calibri"/>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19331"/>
    </mc:Choice>
    <mc:Fallback xmlns="">
      <p:transition spd="slow" advTm="1933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44"/>
          <p:cNvSpPr txBox="1">
            <a:spLocks noGrp="1"/>
          </p:cNvSpPr>
          <p:nvPr>
            <p:ph type="body" idx="1"/>
          </p:nvPr>
        </p:nvSpPr>
        <p:spPr>
          <a:xfrm>
            <a:off x="1676400" y="2894875"/>
            <a:ext cx="10515600" cy="43512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sz="3900" b="1">
                <a:solidFill>
                  <a:srgbClr val="002060"/>
                </a:solidFill>
                <a:latin typeface="Calibri"/>
                <a:ea typeface="Calibri"/>
                <a:cs typeface="Calibri"/>
                <a:sym typeface="Calibri"/>
              </a:rPr>
              <a:t>Task A –  Algorithm Evaluation: Sorting</a:t>
            </a:r>
            <a:endParaRPr sz="3900"/>
          </a:p>
          <a:p>
            <a:pPr marL="0" lvl="0" indent="0" algn="l" rtl="0">
              <a:spcBef>
                <a:spcPts val="1000"/>
              </a:spcBef>
              <a:spcAft>
                <a:spcPts val="0"/>
              </a:spcAft>
              <a:buNone/>
            </a:pPr>
            <a:endParaRPr/>
          </a:p>
        </p:txBody>
      </p:sp>
      <p:sp>
        <p:nvSpPr>
          <p:cNvPr id="353" name="Google Shape;353;p44"/>
          <p:cNvSpPr txBox="1">
            <a:spLocks noGrp="1"/>
          </p:cNvSpPr>
          <p:nvPr>
            <p:ph type="sldNum" idx="12"/>
          </p:nvPr>
        </p:nvSpPr>
        <p:spPr>
          <a:xfrm>
            <a:off x="90678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mc:AlternateContent xmlns:mc="http://schemas.openxmlformats.org/markup-compatibility/2006" xmlns:p14="http://schemas.microsoft.com/office/powerpoint/2010/main">
    <mc:Choice Requires="p14">
      <p:transition spd="slow" p14:dur="2000" advTm="4879"/>
    </mc:Choice>
    <mc:Fallback xmlns="">
      <p:transition spd="slow" advTm="4879"/>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pic>
        <p:nvPicPr>
          <p:cNvPr id="358" name="Google Shape;358;p45"/>
          <p:cNvPicPr preferRelativeResize="0"/>
          <p:nvPr/>
        </p:nvPicPr>
        <p:blipFill rotWithShape="1">
          <a:blip r:embed="rId3">
            <a:alphaModFix amt="7000"/>
          </a:blip>
          <a:srcRect/>
          <a:stretch/>
        </p:blipFill>
        <p:spPr>
          <a:xfrm>
            <a:off x="10355395" y="0"/>
            <a:ext cx="1821117" cy="6857999"/>
          </a:xfrm>
          <a:prstGeom prst="rect">
            <a:avLst/>
          </a:prstGeom>
          <a:noFill/>
          <a:ln>
            <a:noFill/>
          </a:ln>
        </p:spPr>
      </p:pic>
      <p:pic>
        <p:nvPicPr>
          <p:cNvPr id="359" name="Google Shape;359;p45" descr="Shield-navy(rgb for online).png"/>
          <p:cNvPicPr preferRelativeResize="0"/>
          <p:nvPr/>
        </p:nvPicPr>
        <p:blipFill rotWithShape="1">
          <a:blip r:embed="rId4">
            <a:alphaModFix/>
          </a:blip>
          <a:srcRect/>
          <a:stretch/>
        </p:blipFill>
        <p:spPr>
          <a:xfrm>
            <a:off x="11059252" y="6095745"/>
            <a:ext cx="413401" cy="521209"/>
          </a:xfrm>
          <a:prstGeom prst="rect">
            <a:avLst/>
          </a:prstGeom>
          <a:noFill/>
          <a:ln>
            <a:noFill/>
          </a:ln>
        </p:spPr>
      </p:pic>
      <p:sp>
        <p:nvSpPr>
          <p:cNvPr id="360" name="Google Shape;360;p45"/>
          <p:cNvSpPr txBox="1">
            <a:spLocks noGrp="1"/>
          </p:cNvSpPr>
          <p:nvPr>
            <p:ph type="title"/>
          </p:nvPr>
        </p:nvSpPr>
        <p:spPr>
          <a:xfrm>
            <a:off x="310475" y="56750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600"/>
              <a:buFont typeface="Calibri"/>
              <a:buNone/>
            </a:pPr>
            <a:r>
              <a:rPr lang="en-US"/>
              <a:t>Task A Specification</a:t>
            </a:r>
            <a:r>
              <a:rPr lang="en-US" b="0">
                <a:solidFill>
                  <a:schemeClr val="dk1"/>
                </a:solidFill>
                <a:latin typeface="Arial"/>
                <a:ea typeface="Arial"/>
                <a:cs typeface="Arial"/>
                <a:sym typeface="Arial"/>
              </a:rPr>
              <a:t> </a:t>
            </a:r>
            <a:endParaRPr/>
          </a:p>
        </p:txBody>
      </p:sp>
      <p:grpSp>
        <p:nvGrpSpPr>
          <p:cNvPr id="361" name="Google Shape;361;p45"/>
          <p:cNvGrpSpPr/>
          <p:nvPr/>
        </p:nvGrpSpPr>
        <p:grpSpPr>
          <a:xfrm>
            <a:off x="469225" y="2056700"/>
            <a:ext cx="9525000" cy="4163101"/>
            <a:chOff x="398675" y="1333500"/>
            <a:chExt cx="9525000" cy="4163101"/>
          </a:xfrm>
        </p:grpSpPr>
        <p:sp>
          <p:nvSpPr>
            <p:cNvPr id="362" name="Google Shape;362;p45"/>
            <p:cNvSpPr txBox="1"/>
            <p:nvPr/>
          </p:nvSpPr>
          <p:spPr>
            <a:xfrm>
              <a:off x="398675" y="1333500"/>
              <a:ext cx="95250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400" b="0" dirty="0">
                  <a:solidFill>
                    <a:srgbClr val="1E293B"/>
                  </a:solidFill>
                  <a:latin typeface="Calibri"/>
                  <a:ea typeface="Calibri"/>
                  <a:cs typeface="Calibri"/>
                  <a:sym typeface="Calibri"/>
                </a:rPr>
                <a:t>Task A provided three datasets</a:t>
              </a:r>
              <a:r>
                <a:rPr lang="zh-CN" altLang="en-US" dirty="0">
                  <a:solidFill>
                    <a:srgbClr val="1E293B"/>
                  </a:solidFill>
                  <a:latin typeface="Calibri"/>
                  <a:ea typeface="Calibri"/>
                  <a:cs typeface="Calibri"/>
                  <a:sym typeface="Calibri"/>
                </a:rPr>
                <a:t> </a:t>
              </a:r>
              <a:r>
                <a:rPr lang="en-US" sz="1400" b="0" dirty="0">
                  <a:solidFill>
                    <a:srgbClr val="1E293B"/>
                  </a:solidFill>
                  <a:latin typeface="Calibri"/>
                  <a:ea typeface="Calibri"/>
                  <a:cs typeface="Calibri"/>
                  <a:sym typeface="Calibri"/>
                </a:rPr>
                <a:t>and required to implement three sort</a:t>
              </a:r>
              <a:r>
                <a:rPr lang="en-US" dirty="0">
                  <a:solidFill>
                    <a:srgbClr val="1E293B"/>
                  </a:solidFill>
                  <a:latin typeface="Calibri"/>
                  <a:ea typeface="Calibri"/>
                  <a:cs typeface="Calibri"/>
                  <a:sym typeface="Calibri"/>
                </a:rPr>
                <a:t>ing</a:t>
              </a:r>
              <a:r>
                <a:rPr lang="en-US" sz="1400" b="0" dirty="0">
                  <a:solidFill>
                    <a:srgbClr val="1E293B"/>
                  </a:solidFill>
                  <a:latin typeface="Calibri"/>
                  <a:ea typeface="Calibri"/>
                  <a:cs typeface="Calibri"/>
                  <a:sym typeface="Calibri"/>
                </a:rPr>
                <a:t> algorithm</a:t>
              </a:r>
              <a:r>
                <a:rPr lang="en-US" dirty="0">
                  <a:solidFill>
                    <a:srgbClr val="1E293B"/>
                  </a:solidFill>
                  <a:latin typeface="Calibri"/>
                  <a:ea typeface="Calibri"/>
                  <a:cs typeface="Calibri"/>
                  <a:sym typeface="Calibri"/>
                </a:rPr>
                <a:t>s</a:t>
              </a:r>
              <a:r>
                <a:rPr lang="en-US" sz="1400" b="0" dirty="0">
                  <a:solidFill>
                    <a:srgbClr val="1E293B"/>
                  </a:solidFill>
                  <a:latin typeface="Calibri"/>
                  <a:ea typeface="Calibri"/>
                  <a:cs typeface="Calibri"/>
                  <a:sym typeface="Calibri"/>
                </a:rPr>
                <a:t> and compare their performance. For each dataset, we have the following objectives:</a:t>
              </a:r>
              <a:endParaRPr sz="1400" b="0" dirty="0">
                <a:solidFill>
                  <a:srgbClr val="1E293B"/>
                </a:solidFill>
                <a:latin typeface="Calibri"/>
                <a:ea typeface="Calibri"/>
                <a:cs typeface="Calibri"/>
                <a:sym typeface="Calibri"/>
              </a:endParaRPr>
            </a:p>
          </p:txBody>
        </p:sp>
        <p:grpSp>
          <p:nvGrpSpPr>
            <p:cNvPr id="363" name="Google Shape;363;p45"/>
            <p:cNvGrpSpPr/>
            <p:nvPr/>
          </p:nvGrpSpPr>
          <p:grpSpPr>
            <a:xfrm>
              <a:off x="398675" y="2000250"/>
              <a:ext cx="4572000" cy="1047900"/>
              <a:chOff x="398675" y="2000250"/>
              <a:chExt cx="4572000" cy="1047900"/>
            </a:xfrm>
          </p:grpSpPr>
          <p:sp>
            <p:nvSpPr>
              <p:cNvPr id="364" name="Google Shape;364;p45"/>
              <p:cNvSpPr/>
              <p:nvPr/>
            </p:nvSpPr>
            <p:spPr>
              <a:xfrm>
                <a:off x="398675" y="2000250"/>
                <a:ext cx="4572000" cy="1047900"/>
              </a:xfrm>
              <a:prstGeom prst="roundRect">
                <a:avLst>
                  <a:gd name="adj" fmla="val 909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65" name="Google Shape;365;p45"/>
              <p:cNvSpPr txBox="1"/>
              <p:nvPr/>
            </p:nvSpPr>
            <p:spPr>
              <a:xfrm>
                <a:off x="523875" y="2082927"/>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endParaRPr sz="2400" dirty="0">
                  <a:solidFill>
                    <a:srgbClr val="3B82F6"/>
                  </a:solidFill>
                  <a:latin typeface="Material Icons"/>
                  <a:ea typeface="Material Icons"/>
                  <a:cs typeface="Material Icons"/>
                  <a:sym typeface="Material Icons"/>
                </a:endParaRPr>
              </a:p>
            </p:txBody>
          </p:sp>
          <p:sp>
            <p:nvSpPr>
              <p:cNvPr id="366" name="Google Shape;366;p45"/>
              <p:cNvSpPr txBox="1"/>
              <p:nvPr/>
            </p:nvSpPr>
            <p:spPr>
              <a:xfrm>
                <a:off x="1000125" y="2000250"/>
                <a:ext cx="3810000" cy="1047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1">
                    <a:solidFill>
                      <a:srgbClr val="002060"/>
                    </a:solidFill>
                    <a:latin typeface="Calibri"/>
                    <a:ea typeface="Calibri"/>
                    <a:cs typeface="Calibri"/>
                    <a:sym typeface="Calibri"/>
                  </a:rPr>
                  <a:t>Load Data</a:t>
                </a:r>
                <a:endParaRPr sz="1600" b="1">
                  <a:solidFill>
                    <a:srgbClr val="002060"/>
                  </a:solidFill>
                  <a:latin typeface="Calibri"/>
                  <a:ea typeface="Calibri"/>
                  <a:cs typeface="Calibri"/>
                  <a:sym typeface="Calibri"/>
                </a:endParaRPr>
              </a:p>
              <a:p>
                <a:pPr marL="0" lvl="0" indent="0" algn="l" rtl="0">
                  <a:spcBef>
                    <a:spcPts val="375"/>
                  </a:spcBef>
                  <a:spcAft>
                    <a:spcPts val="0"/>
                  </a:spcAft>
                  <a:buNone/>
                </a:pPr>
                <a:r>
                  <a:rPr lang="en-US" sz="1100">
                    <a:solidFill>
                      <a:srgbClr val="475569"/>
                    </a:solidFill>
                    <a:latin typeface="Calibri"/>
                    <a:ea typeface="Calibri"/>
                    <a:cs typeface="Calibri"/>
                    <a:sym typeface="Calibri"/>
                  </a:rPr>
                  <a:t>Program should correctly read 3 candidates dataset CSV files.</a:t>
                </a:r>
                <a:endParaRPr sz="1100">
                  <a:solidFill>
                    <a:srgbClr val="475569"/>
                  </a:solidFill>
                  <a:latin typeface="Calibri"/>
                  <a:ea typeface="Calibri"/>
                  <a:cs typeface="Calibri"/>
                  <a:sym typeface="Calibri"/>
                </a:endParaRPr>
              </a:p>
            </p:txBody>
          </p:sp>
        </p:grpSp>
        <p:grpSp>
          <p:nvGrpSpPr>
            <p:cNvPr id="367" name="Google Shape;367;p45"/>
            <p:cNvGrpSpPr/>
            <p:nvPr/>
          </p:nvGrpSpPr>
          <p:grpSpPr>
            <a:xfrm>
              <a:off x="5161175" y="2000250"/>
              <a:ext cx="4572000" cy="1047900"/>
              <a:chOff x="5161175" y="2000250"/>
              <a:chExt cx="4572000" cy="1047900"/>
            </a:xfrm>
          </p:grpSpPr>
          <p:sp>
            <p:nvSpPr>
              <p:cNvPr id="368" name="Google Shape;368;p45"/>
              <p:cNvSpPr/>
              <p:nvPr/>
            </p:nvSpPr>
            <p:spPr>
              <a:xfrm>
                <a:off x="5161175" y="2000250"/>
                <a:ext cx="4572000" cy="1047900"/>
              </a:xfrm>
              <a:prstGeom prst="roundRect">
                <a:avLst>
                  <a:gd name="adj" fmla="val 909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69" name="Google Shape;369;p45"/>
              <p:cNvSpPr txBox="1"/>
              <p:nvPr/>
            </p:nvSpPr>
            <p:spPr>
              <a:xfrm>
                <a:off x="5286375" y="2082927"/>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endParaRPr sz="2400" dirty="0">
                  <a:solidFill>
                    <a:srgbClr val="EF4444"/>
                  </a:solidFill>
                  <a:latin typeface="Material Icons"/>
                  <a:ea typeface="Material Icons"/>
                  <a:cs typeface="Material Icons"/>
                  <a:sym typeface="Material Icons"/>
                </a:endParaRPr>
              </a:p>
            </p:txBody>
          </p:sp>
          <p:sp>
            <p:nvSpPr>
              <p:cNvPr id="370" name="Google Shape;370;p45"/>
              <p:cNvSpPr txBox="1"/>
              <p:nvPr/>
            </p:nvSpPr>
            <p:spPr>
              <a:xfrm>
                <a:off x="5762625" y="2000250"/>
                <a:ext cx="3810000" cy="1047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1">
                    <a:solidFill>
                      <a:srgbClr val="002060"/>
                    </a:solidFill>
                    <a:latin typeface="Calibri"/>
                    <a:ea typeface="Calibri"/>
                    <a:cs typeface="Calibri"/>
                    <a:sym typeface="Calibri"/>
                  </a:rPr>
                  <a:t>Sort Data</a:t>
                </a:r>
                <a:endParaRPr sz="1600" b="1">
                  <a:solidFill>
                    <a:srgbClr val="002060"/>
                  </a:solidFill>
                  <a:latin typeface="Calibri"/>
                  <a:ea typeface="Calibri"/>
                  <a:cs typeface="Calibri"/>
                  <a:sym typeface="Calibri"/>
                </a:endParaRPr>
              </a:p>
              <a:p>
                <a:pPr marL="0" lvl="0" indent="0" algn="l" rtl="0">
                  <a:spcBef>
                    <a:spcPts val="375"/>
                  </a:spcBef>
                  <a:spcAft>
                    <a:spcPts val="0"/>
                  </a:spcAft>
                  <a:buNone/>
                </a:pPr>
                <a:r>
                  <a:rPr lang="en-US" sz="1100">
                    <a:solidFill>
                      <a:srgbClr val="475569"/>
                    </a:solidFill>
                    <a:latin typeface="Calibri"/>
                    <a:ea typeface="Calibri"/>
                    <a:cs typeface="Calibri"/>
                    <a:sym typeface="Calibri"/>
                  </a:rPr>
                  <a:t>Perform experiments using Bubble Sort, Quick Sort, and Merge Sort.</a:t>
                </a:r>
                <a:endParaRPr sz="1100">
                  <a:solidFill>
                    <a:srgbClr val="475569"/>
                  </a:solidFill>
                  <a:latin typeface="Calibri"/>
                  <a:ea typeface="Calibri"/>
                  <a:cs typeface="Calibri"/>
                  <a:sym typeface="Calibri"/>
                </a:endParaRPr>
              </a:p>
            </p:txBody>
          </p:sp>
        </p:grpSp>
        <p:grpSp>
          <p:nvGrpSpPr>
            <p:cNvPr id="371" name="Google Shape;371;p45"/>
            <p:cNvGrpSpPr/>
            <p:nvPr/>
          </p:nvGrpSpPr>
          <p:grpSpPr>
            <a:xfrm>
              <a:off x="398675" y="3238500"/>
              <a:ext cx="9242373" cy="2258101"/>
              <a:chOff x="398675" y="3238500"/>
              <a:chExt cx="9242373" cy="2258101"/>
            </a:xfrm>
          </p:grpSpPr>
          <p:sp>
            <p:nvSpPr>
              <p:cNvPr id="372" name="Google Shape;372;p45"/>
              <p:cNvSpPr/>
              <p:nvPr/>
            </p:nvSpPr>
            <p:spPr>
              <a:xfrm>
                <a:off x="398675" y="3238500"/>
                <a:ext cx="4572000" cy="1047900"/>
              </a:xfrm>
              <a:prstGeom prst="roundRect">
                <a:avLst>
                  <a:gd name="adj" fmla="val 909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3" name="Google Shape;373;p45"/>
              <p:cNvSpPr txBox="1"/>
              <p:nvPr/>
            </p:nvSpPr>
            <p:spPr>
              <a:xfrm>
                <a:off x="523875" y="3321177"/>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endParaRPr sz="2400" dirty="0">
                  <a:solidFill>
                    <a:srgbClr val="F59E0B"/>
                  </a:solidFill>
                  <a:latin typeface="Material Icons"/>
                  <a:ea typeface="Material Icons"/>
                  <a:cs typeface="Material Icons"/>
                  <a:sym typeface="Material Icons"/>
                </a:endParaRPr>
              </a:p>
            </p:txBody>
          </p:sp>
          <p:sp>
            <p:nvSpPr>
              <p:cNvPr id="374" name="Google Shape;374;p45"/>
              <p:cNvSpPr txBox="1"/>
              <p:nvPr/>
            </p:nvSpPr>
            <p:spPr>
              <a:xfrm>
                <a:off x="5831048" y="4448701"/>
                <a:ext cx="3810000" cy="1047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1100" dirty="0">
                  <a:solidFill>
                    <a:srgbClr val="475569"/>
                  </a:solidFill>
                  <a:latin typeface="Calibri"/>
                  <a:ea typeface="Calibri"/>
                  <a:cs typeface="Calibri"/>
                  <a:sym typeface="Calibri"/>
                </a:endParaRPr>
              </a:p>
            </p:txBody>
          </p:sp>
        </p:grpSp>
        <p:grpSp>
          <p:nvGrpSpPr>
            <p:cNvPr id="375" name="Google Shape;375;p45"/>
            <p:cNvGrpSpPr/>
            <p:nvPr/>
          </p:nvGrpSpPr>
          <p:grpSpPr>
            <a:xfrm>
              <a:off x="995065" y="3238500"/>
              <a:ext cx="8738110" cy="1047900"/>
              <a:chOff x="995065" y="3238500"/>
              <a:chExt cx="8738110" cy="1047900"/>
            </a:xfrm>
          </p:grpSpPr>
          <p:sp>
            <p:nvSpPr>
              <p:cNvPr id="376" name="Google Shape;376;p45"/>
              <p:cNvSpPr/>
              <p:nvPr/>
            </p:nvSpPr>
            <p:spPr>
              <a:xfrm>
                <a:off x="5161175" y="3238500"/>
                <a:ext cx="4572000" cy="1047900"/>
              </a:xfrm>
              <a:prstGeom prst="roundRect">
                <a:avLst>
                  <a:gd name="adj" fmla="val 909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7" name="Google Shape;377;p45"/>
              <p:cNvSpPr txBox="1"/>
              <p:nvPr/>
            </p:nvSpPr>
            <p:spPr>
              <a:xfrm>
                <a:off x="5286375" y="3321177"/>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endParaRPr sz="2400" dirty="0">
                  <a:solidFill>
                    <a:srgbClr val="10B981"/>
                  </a:solidFill>
                  <a:latin typeface="Material Icons"/>
                  <a:ea typeface="Material Icons"/>
                  <a:cs typeface="Material Icons"/>
                  <a:sym typeface="Material Icons"/>
                </a:endParaRPr>
              </a:p>
            </p:txBody>
          </p:sp>
          <p:sp>
            <p:nvSpPr>
              <p:cNvPr id="378" name="Google Shape;378;p45"/>
              <p:cNvSpPr txBox="1"/>
              <p:nvPr/>
            </p:nvSpPr>
            <p:spPr>
              <a:xfrm>
                <a:off x="995065" y="3238500"/>
                <a:ext cx="3810000" cy="1047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1" dirty="0">
                    <a:solidFill>
                      <a:srgbClr val="002060"/>
                    </a:solidFill>
                    <a:latin typeface="Calibri"/>
                    <a:ea typeface="Calibri"/>
                    <a:cs typeface="Calibri"/>
                    <a:sym typeface="Calibri"/>
                  </a:rPr>
                  <a:t>Identify Top Priorities</a:t>
                </a:r>
                <a:endParaRPr sz="1600" b="1" dirty="0">
                  <a:solidFill>
                    <a:srgbClr val="002060"/>
                  </a:solidFill>
                  <a:latin typeface="Calibri"/>
                  <a:ea typeface="Calibri"/>
                  <a:cs typeface="Calibri"/>
                  <a:sym typeface="Calibri"/>
                </a:endParaRPr>
              </a:p>
              <a:p>
                <a:pPr marL="0" lvl="0" indent="0" algn="l" rtl="0">
                  <a:spcBef>
                    <a:spcPts val="375"/>
                  </a:spcBef>
                  <a:spcAft>
                    <a:spcPts val="0"/>
                  </a:spcAft>
                  <a:buNone/>
                </a:pPr>
                <a:r>
                  <a:rPr lang="en-US" sz="1100" dirty="0">
                    <a:solidFill>
                      <a:srgbClr val="475569"/>
                    </a:solidFill>
                    <a:latin typeface="Calibri"/>
                    <a:ea typeface="Calibri"/>
                    <a:cs typeface="Calibri"/>
                    <a:sym typeface="Calibri"/>
                  </a:rPr>
                  <a:t>Output top 10 highest-priority locations from each dataset.</a:t>
                </a:r>
                <a:endParaRPr sz="1100" dirty="0">
                  <a:solidFill>
                    <a:srgbClr val="475569"/>
                  </a:solidFill>
                  <a:latin typeface="Calibri"/>
                  <a:ea typeface="Calibri"/>
                  <a:cs typeface="Calibri"/>
                  <a:sym typeface="Calibri"/>
                </a:endParaRPr>
              </a:p>
            </p:txBody>
          </p:sp>
        </p:grpSp>
      </p:grpSp>
      <p:sp>
        <p:nvSpPr>
          <p:cNvPr id="379" name="Google Shape;379;p45"/>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5" name="文本框 4">
            <a:extLst>
              <a:ext uri="{FF2B5EF4-FFF2-40B4-BE49-F238E27FC236}">
                <a16:creationId xmlns:a16="http://schemas.microsoft.com/office/drawing/2014/main" id="{6F77318D-9598-DFFA-EF87-C1FD847B62E5}"/>
              </a:ext>
            </a:extLst>
          </p:cNvPr>
          <p:cNvSpPr txBox="1"/>
          <p:nvPr/>
        </p:nvSpPr>
        <p:spPr>
          <a:xfrm>
            <a:off x="5707675" y="4151747"/>
            <a:ext cx="6128950" cy="779701"/>
          </a:xfrm>
          <a:prstGeom prst="rect">
            <a:avLst/>
          </a:prstGeom>
          <a:noFill/>
        </p:spPr>
        <p:txBody>
          <a:bodyPr wrap="square">
            <a:spAutoFit/>
          </a:bodyPr>
          <a:lstStyle/>
          <a:p>
            <a:r>
              <a:rPr lang="en-US" altLang="zh-CN" sz="1600" b="1" dirty="0">
                <a:solidFill>
                  <a:srgbClr val="002060"/>
                </a:solidFill>
                <a:latin typeface="Calibri"/>
                <a:cs typeface="Calibri"/>
                <a:sym typeface="Calibri"/>
              </a:rPr>
              <a:t>Compare Performance</a:t>
            </a:r>
          </a:p>
          <a:p>
            <a:pPr>
              <a:spcBef>
                <a:spcPts val="375"/>
              </a:spcBef>
            </a:pPr>
            <a:r>
              <a:rPr lang="en-US" altLang="zh-CN" sz="1100" dirty="0">
                <a:solidFill>
                  <a:srgbClr val="475569"/>
                </a:solidFill>
                <a:latin typeface="Calibri"/>
                <a:cs typeface="Calibri"/>
                <a:sym typeface="Calibri"/>
              </a:rPr>
              <a:t>Measure and compare the running time of the three sorting </a:t>
            </a:r>
          </a:p>
          <a:p>
            <a:pPr>
              <a:spcBef>
                <a:spcPts val="375"/>
              </a:spcBef>
            </a:pPr>
            <a:r>
              <a:rPr lang="en-US" altLang="zh-CN" sz="1100" dirty="0">
                <a:solidFill>
                  <a:srgbClr val="475569"/>
                </a:solidFill>
                <a:latin typeface="Calibri"/>
                <a:cs typeface="Calibri"/>
                <a:sym typeface="Calibri"/>
              </a:rPr>
              <a:t>algorithms.</a:t>
            </a:r>
          </a:p>
        </p:txBody>
      </p:sp>
    </p:spTree>
  </p:cSld>
  <p:clrMapOvr>
    <a:masterClrMapping/>
  </p:clrMapOvr>
  <mc:AlternateContent xmlns:mc="http://schemas.openxmlformats.org/markup-compatibility/2006" xmlns:p14="http://schemas.microsoft.com/office/powerpoint/2010/main">
    <mc:Choice Requires="p14">
      <p:transition spd="slow" p14:dur="2000" advTm="12293"/>
    </mc:Choice>
    <mc:Fallback xmlns="">
      <p:transition spd="slow" advTm="12293"/>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48"/>
          <p:cNvSpPr txBox="1">
            <a:spLocks noGrp="1"/>
          </p:cNvSpPr>
          <p:nvPr>
            <p:ph type="title"/>
          </p:nvPr>
        </p:nvSpPr>
        <p:spPr>
          <a:xfrm>
            <a:off x="305550" y="20187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Task A - Algorithm Implementation</a:t>
            </a:r>
            <a:endParaRPr/>
          </a:p>
        </p:txBody>
      </p:sp>
      <p:sp>
        <p:nvSpPr>
          <p:cNvPr id="425" name="Google Shape;425;p48"/>
          <p:cNvSpPr txBox="1">
            <a:spLocks noGrp="1"/>
          </p:cNvSpPr>
          <p:nvPr>
            <p:ph type="sldNum" idx="12"/>
          </p:nvPr>
        </p:nvSpPr>
        <p:spPr>
          <a:xfrm>
            <a:off x="90678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pic>
        <p:nvPicPr>
          <p:cNvPr id="426" name="Google Shape;426;p48"/>
          <p:cNvPicPr preferRelativeResize="0"/>
          <p:nvPr/>
        </p:nvPicPr>
        <p:blipFill>
          <a:blip r:embed="rId3">
            <a:alphaModFix/>
          </a:blip>
          <a:stretch>
            <a:fillRect/>
          </a:stretch>
        </p:blipFill>
        <p:spPr>
          <a:xfrm>
            <a:off x="268499" y="2447925"/>
            <a:ext cx="3359699" cy="1826925"/>
          </a:xfrm>
          <a:prstGeom prst="rect">
            <a:avLst/>
          </a:prstGeom>
          <a:noFill/>
          <a:ln>
            <a:noFill/>
          </a:ln>
        </p:spPr>
      </p:pic>
      <p:pic>
        <p:nvPicPr>
          <p:cNvPr id="427" name="Google Shape;427;p48"/>
          <p:cNvPicPr preferRelativeResize="0"/>
          <p:nvPr/>
        </p:nvPicPr>
        <p:blipFill>
          <a:blip r:embed="rId4">
            <a:alphaModFix/>
          </a:blip>
          <a:stretch>
            <a:fillRect/>
          </a:stretch>
        </p:blipFill>
        <p:spPr>
          <a:xfrm>
            <a:off x="3988598" y="1527575"/>
            <a:ext cx="3849381" cy="4862376"/>
          </a:xfrm>
          <a:prstGeom prst="rect">
            <a:avLst/>
          </a:prstGeom>
          <a:noFill/>
          <a:ln>
            <a:noFill/>
          </a:ln>
        </p:spPr>
      </p:pic>
      <p:pic>
        <p:nvPicPr>
          <p:cNvPr id="428" name="Google Shape;428;p48"/>
          <p:cNvPicPr preferRelativeResize="0"/>
          <p:nvPr/>
        </p:nvPicPr>
        <p:blipFill rotWithShape="1">
          <a:blip r:embed="rId5">
            <a:alphaModFix/>
          </a:blip>
          <a:srcRect t="3572" b="4592"/>
          <a:stretch/>
        </p:blipFill>
        <p:spPr>
          <a:xfrm>
            <a:off x="8370150" y="1707575"/>
            <a:ext cx="3331524" cy="446877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advTm="15431"/>
    </mc:Choice>
    <mc:Fallback xmlns="">
      <p:transition spd="slow" advTm="15431"/>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pic>
        <p:nvPicPr>
          <p:cNvPr id="405" name="Google Shape;405;p47"/>
          <p:cNvPicPr preferRelativeResize="0"/>
          <p:nvPr/>
        </p:nvPicPr>
        <p:blipFill rotWithShape="1">
          <a:blip r:embed="rId3">
            <a:alphaModFix/>
          </a:blip>
          <a:srcRect t="70" b="80"/>
          <a:stretch/>
        </p:blipFill>
        <p:spPr>
          <a:xfrm>
            <a:off x="11059287" y="6095743"/>
            <a:ext cx="413400" cy="521100"/>
          </a:xfrm>
          <a:prstGeom prst="rect">
            <a:avLst/>
          </a:prstGeom>
          <a:noFill/>
          <a:ln>
            <a:noFill/>
          </a:ln>
        </p:spPr>
      </p:pic>
      <p:sp>
        <p:nvSpPr>
          <p:cNvPr id="406" name="Google Shape;406;p47"/>
          <p:cNvSpPr txBox="1">
            <a:spLocks noGrp="1"/>
          </p:cNvSpPr>
          <p:nvPr>
            <p:ph type="sldNum" idx="12"/>
          </p:nvPr>
        </p:nvSpPr>
        <p:spPr>
          <a:xfrm>
            <a:off x="90678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
        <p:nvSpPr>
          <p:cNvPr id="407" name="Google Shape;407;p47"/>
          <p:cNvSpPr txBox="1"/>
          <p:nvPr/>
        </p:nvSpPr>
        <p:spPr>
          <a:xfrm>
            <a:off x="663675" y="281100"/>
            <a:ext cx="10515600" cy="1325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800" b="1" dirty="0">
                <a:solidFill>
                  <a:srgbClr val="002060"/>
                </a:solidFill>
                <a:latin typeface="Calibri"/>
                <a:ea typeface="Calibri"/>
                <a:cs typeface="Calibri"/>
                <a:sym typeface="Calibri"/>
              </a:rPr>
              <a:t>Task A - Sorting Rules and Running Details</a:t>
            </a:r>
            <a:endParaRPr sz="2800" b="1" dirty="0">
              <a:solidFill>
                <a:srgbClr val="002060"/>
              </a:solidFill>
              <a:latin typeface="Calibri"/>
              <a:ea typeface="Calibri"/>
              <a:cs typeface="Calibri"/>
              <a:sym typeface="Calibri"/>
            </a:endParaRPr>
          </a:p>
        </p:txBody>
      </p:sp>
      <p:pic>
        <p:nvPicPr>
          <p:cNvPr id="408" name="Google Shape;408;p47"/>
          <p:cNvPicPr preferRelativeResize="0"/>
          <p:nvPr/>
        </p:nvPicPr>
        <p:blipFill rotWithShape="1">
          <a:blip r:embed="rId4">
            <a:alphaModFix amt="7000"/>
          </a:blip>
          <a:srcRect/>
          <a:stretch/>
        </p:blipFill>
        <p:spPr>
          <a:xfrm>
            <a:off x="10358598" y="381150"/>
            <a:ext cx="1821117" cy="6857999"/>
          </a:xfrm>
          <a:prstGeom prst="rect">
            <a:avLst/>
          </a:prstGeom>
          <a:noFill/>
          <a:ln>
            <a:noFill/>
          </a:ln>
        </p:spPr>
      </p:pic>
      <p:grpSp>
        <p:nvGrpSpPr>
          <p:cNvPr id="409" name="Google Shape;409;p47"/>
          <p:cNvGrpSpPr/>
          <p:nvPr/>
        </p:nvGrpSpPr>
        <p:grpSpPr>
          <a:xfrm>
            <a:off x="571500" y="2095500"/>
            <a:ext cx="5048400" cy="3429000"/>
            <a:chOff x="571500" y="2095500"/>
            <a:chExt cx="5048400" cy="3429000"/>
          </a:xfrm>
        </p:grpSpPr>
        <p:sp>
          <p:nvSpPr>
            <p:cNvPr id="410" name="Google Shape;410;p47"/>
            <p:cNvSpPr/>
            <p:nvPr/>
          </p:nvSpPr>
          <p:spPr>
            <a:xfrm>
              <a:off x="571500" y="2095500"/>
              <a:ext cx="5048400" cy="3429000"/>
            </a:xfrm>
            <a:prstGeom prst="roundRect">
              <a:avLst>
                <a:gd name="adj" fmla="val 4166"/>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1" name="Google Shape;411;p47"/>
            <p:cNvSpPr txBox="1"/>
            <p:nvPr/>
          </p:nvSpPr>
          <p:spPr>
            <a:xfrm>
              <a:off x="762000" y="2286000"/>
              <a:ext cx="46674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100" b="1">
                  <a:solidFill>
                    <a:srgbClr val="002060"/>
                  </a:solidFill>
                  <a:latin typeface="Calibri"/>
                  <a:ea typeface="Calibri"/>
                  <a:cs typeface="Calibri"/>
                  <a:sym typeface="Calibri"/>
                </a:rPr>
                <a:t>Sorting Rules</a:t>
              </a:r>
              <a:endParaRPr sz="2100" b="1">
                <a:solidFill>
                  <a:srgbClr val="002060"/>
                </a:solidFill>
                <a:latin typeface="Calibri"/>
                <a:ea typeface="Calibri"/>
                <a:cs typeface="Calibri"/>
                <a:sym typeface="Calibri"/>
              </a:endParaRPr>
            </a:p>
          </p:txBody>
        </p:sp>
        <p:grpSp>
          <p:nvGrpSpPr>
            <p:cNvPr id="412" name="Google Shape;412;p47"/>
            <p:cNvGrpSpPr/>
            <p:nvPr/>
          </p:nvGrpSpPr>
          <p:grpSpPr>
            <a:xfrm>
              <a:off x="762000" y="2762250"/>
              <a:ext cx="4667400" cy="1047900"/>
              <a:chOff x="762000" y="2762250"/>
              <a:chExt cx="4667400" cy="1047900"/>
            </a:xfrm>
          </p:grpSpPr>
          <p:sp>
            <p:nvSpPr>
              <p:cNvPr id="413" name="Google Shape;413;p47"/>
              <p:cNvSpPr/>
              <p:nvPr/>
            </p:nvSpPr>
            <p:spPr>
              <a:xfrm>
                <a:off x="762000" y="2762250"/>
                <a:ext cx="4667400" cy="1047900"/>
              </a:xfrm>
              <a:prstGeom prst="roundRect">
                <a:avLst>
                  <a:gd name="adj" fmla="val 909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4" name="Google Shape;414;p47"/>
              <p:cNvSpPr txBox="1"/>
              <p:nvPr/>
            </p:nvSpPr>
            <p:spPr>
              <a:xfrm>
                <a:off x="904875" y="3130677"/>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endParaRPr sz="2400" dirty="0">
                  <a:solidFill>
                    <a:srgbClr val="3B82F6"/>
                  </a:solidFill>
                  <a:latin typeface="Material Icons"/>
                  <a:ea typeface="Material Icons"/>
                  <a:cs typeface="Material Icons"/>
                  <a:sym typeface="Material Icons"/>
                </a:endParaRPr>
              </a:p>
            </p:txBody>
          </p:sp>
          <p:sp>
            <p:nvSpPr>
              <p:cNvPr id="415" name="Google Shape;415;p47"/>
              <p:cNvSpPr txBox="1"/>
              <p:nvPr/>
            </p:nvSpPr>
            <p:spPr>
              <a:xfrm>
                <a:off x="1381125" y="2857500"/>
                <a:ext cx="2952900" cy="857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002060"/>
                    </a:solidFill>
                    <a:latin typeface="Calibri"/>
                    <a:ea typeface="Calibri"/>
                    <a:cs typeface="Calibri"/>
                    <a:sym typeface="Calibri"/>
                  </a:rPr>
                  <a:t>Primary Rule: Priority Score</a:t>
                </a:r>
                <a:endParaRPr sz="1400" b="1">
                  <a:solidFill>
                    <a:srgbClr val="002060"/>
                  </a:solidFill>
                  <a:latin typeface="Calibri"/>
                  <a:ea typeface="Calibri"/>
                  <a:cs typeface="Calibri"/>
                  <a:sym typeface="Calibri"/>
                </a:endParaRPr>
              </a:p>
              <a:p>
                <a:pPr marL="0" lvl="0" indent="0" algn="l" rtl="0">
                  <a:spcBef>
                    <a:spcPts val="375"/>
                  </a:spcBef>
                  <a:spcAft>
                    <a:spcPts val="0"/>
                  </a:spcAft>
                  <a:buNone/>
                </a:pPr>
                <a:r>
                  <a:rPr lang="en-US" sz="1100">
                    <a:solidFill>
                      <a:srgbClr val="475569"/>
                    </a:solidFill>
                    <a:latin typeface="Calibri"/>
                    <a:ea typeface="Calibri"/>
                    <a:cs typeface="Calibri"/>
                    <a:sym typeface="Calibri"/>
                  </a:rPr>
                  <a:t>Sort by </a:t>
                </a:r>
                <a:r>
                  <a:rPr lang="en-US" sz="1100" b="1">
                    <a:solidFill>
                      <a:srgbClr val="1E293B"/>
                    </a:solidFill>
                    <a:latin typeface="Courier New"/>
                    <a:ea typeface="Courier New"/>
                    <a:cs typeface="Courier New"/>
                    <a:sym typeface="Courier New"/>
                  </a:rPr>
                  <a:t>priority_score</a:t>
                </a:r>
                <a:r>
                  <a:rPr lang="en-US" sz="1100">
                    <a:solidFill>
                      <a:srgbClr val="475569"/>
                    </a:solidFill>
                    <a:latin typeface="Calibri"/>
                    <a:ea typeface="Calibri"/>
                    <a:cs typeface="Calibri"/>
                    <a:sym typeface="Calibri"/>
                  </a:rPr>
                  <a:t> in </a:t>
                </a:r>
                <a:r>
                  <a:rPr lang="en-US" sz="1100" b="1">
                    <a:solidFill>
                      <a:srgbClr val="EF4444"/>
                    </a:solidFill>
                    <a:latin typeface="Calibri"/>
                    <a:ea typeface="Calibri"/>
                    <a:cs typeface="Calibri"/>
                    <a:sym typeface="Calibri"/>
                  </a:rPr>
                  <a:t>descending</a:t>
                </a:r>
                <a:r>
                  <a:rPr lang="en-US" sz="1100">
                    <a:solidFill>
                      <a:srgbClr val="475569"/>
                    </a:solidFill>
                    <a:latin typeface="Calibri"/>
                    <a:ea typeface="Calibri"/>
                    <a:cs typeface="Calibri"/>
                    <a:sym typeface="Calibri"/>
                  </a:rPr>
                  <a:t> order.</a:t>
                </a:r>
                <a:endParaRPr sz="1100">
                  <a:solidFill>
                    <a:srgbClr val="475569"/>
                  </a:solidFill>
                  <a:latin typeface="Calibri"/>
                  <a:ea typeface="Calibri"/>
                  <a:cs typeface="Calibri"/>
                  <a:sym typeface="Calibri"/>
                </a:endParaRPr>
              </a:p>
              <a:p>
                <a:pPr marL="0" lvl="0" indent="0" algn="l" rtl="0">
                  <a:spcBef>
                    <a:spcPts val="375"/>
                  </a:spcBef>
                  <a:spcAft>
                    <a:spcPts val="0"/>
                  </a:spcAft>
                  <a:buNone/>
                </a:pPr>
                <a:r>
                  <a:rPr lang="en-US" sz="1000" i="1">
                    <a:solidFill>
                      <a:srgbClr val="64748B"/>
                    </a:solidFill>
                    <a:latin typeface="Calibri"/>
                    <a:ea typeface="Calibri"/>
                    <a:cs typeface="Calibri"/>
                    <a:sym typeface="Calibri"/>
                  </a:rPr>
                  <a:t>Higher priority scores are processed first.</a:t>
                </a:r>
                <a:endParaRPr sz="1000" i="1">
                  <a:solidFill>
                    <a:srgbClr val="64748B"/>
                  </a:solidFill>
                  <a:latin typeface="Calibri"/>
                  <a:ea typeface="Calibri"/>
                  <a:cs typeface="Calibri"/>
                  <a:sym typeface="Calibri"/>
                </a:endParaRPr>
              </a:p>
            </p:txBody>
          </p:sp>
        </p:grpSp>
        <p:grpSp>
          <p:nvGrpSpPr>
            <p:cNvPr id="416" name="Google Shape;416;p47"/>
            <p:cNvGrpSpPr/>
            <p:nvPr/>
          </p:nvGrpSpPr>
          <p:grpSpPr>
            <a:xfrm>
              <a:off x="762000" y="3952875"/>
              <a:ext cx="4667400" cy="1047900"/>
              <a:chOff x="762000" y="3952875"/>
              <a:chExt cx="4667400" cy="1047900"/>
            </a:xfrm>
          </p:grpSpPr>
          <p:sp>
            <p:nvSpPr>
              <p:cNvPr id="417" name="Google Shape;417;p47"/>
              <p:cNvSpPr/>
              <p:nvPr/>
            </p:nvSpPr>
            <p:spPr>
              <a:xfrm>
                <a:off x="762000" y="3952875"/>
                <a:ext cx="4667400" cy="1047900"/>
              </a:xfrm>
              <a:prstGeom prst="roundRect">
                <a:avLst>
                  <a:gd name="adj" fmla="val 909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8" name="Google Shape;418;p47"/>
              <p:cNvSpPr txBox="1"/>
              <p:nvPr/>
            </p:nvSpPr>
            <p:spPr>
              <a:xfrm>
                <a:off x="904875" y="4321302"/>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endParaRPr sz="2400" dirty="0">
                  <a:solidFill>
                    <a:srgbClr val="EF4444"/>
                  </a:solidFill>
                  <a:latin typeface="Material Icons"/>
                  <a:ea typeface="Material Icons"/>
                  <a:cs typeface="Material Icons"/>
                  <a:sym typeface="Material Icons"/>
                </a:endParaRPr>
              </a:p>
            </p:txBody>
          </p:sp>
          <p:sp>
            <p:nvSpPr>
              <p:cNvPr id="419" name="Google Shape;419;p47"/>
              <p:cNvSpPr txBox="1"/>
              <p:nvPr/>
            </p:nvSpPr>
            <p:spPr>
              <a:xfrm>
                <a:off x="1381125" y="4048125"/>
                <a:ext cx="2952900" cy="857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002060"/>
                    </a:solidFill>
                    <a:latin typeface="Calibri"/>
                    <a:ea typeface="Calibri"/>
                    <a:cs typeface="Calibri"/>
                    <a:sym typeface="Calibri"/>
                  </a:rPr>
                  <a:t>Tie-breaking Rule: Location ID</a:t>
                </a:r>
                <a:endParaRPr sz="1400" b="1">
                  <a:solidFill>
                    <a:srgbClr val="002060"/>
                  </a:solidFill>
                  <a:latin typeface="Calibri"/>
                  <a:ea typeface="Calibri"/>
                  <a:cs typeface="Calibri"/>
                  <a:sym typeface="Calibri"/>
                </a:endParaRPr>
              </a:p>
              <a:p>
                <a:pPr marL="0" lvl="0" indent="0" algn="l" rtl="0">
                  <a:spcBef>
                    <a:spcPts val="375"/>
                  </a:spcBef>
                  <a:spcAft>
                    <a:spcPts val="0"/>
                  </a:spcAft>
                  <a:buNone/>
                </a:pPr>
                <a:r>
                  <a:rPr lang="en-US" sz="1100">
                    <a:solidFill>
                      <a:srgbClr val="475569"/>
                    </a:solidFill>
                    <a:latin typeface="Calibri"/>
                    <a:ea typeface="Calibri"/>
                    <a:cs typeface="Calibri"/>
                    <a:sym typeface="Calibri"/>
                  </a:rPr>
                  <a:t>If scores are equal, sort by </a:t>
                </a:r>
                <a:r>
                  <a:rPr lang="en-US" sz="1100" b="1">
                    <a:solidFill>
                      <a:srgbClr val="1E293B"/>
                    </a:solidFill>
                    <a:latin typeface="Courier New"/>
                    <a:ea typeface="Courier New"/>
                    <a:cs typeface="Courier New"/>
                    <a:sym typeface="Courier New"/>
                  </a:rPr>
                  <a:t>location_id</a:t>
                </a:r>
                <a:r>
                  <a:rPr lang="en-US" sz="1100">
                    <a:solidFill>
                      <a:srgbClr val="475569"/>
                    </a:solidFill>
                    <a:latin typeface="Calibri"/>
                    <a:ea typeface="Calibri"/>
                    <a:cs typeface="Calibri"/>
                    <a:sym typeface="Calibri"/>
                  </a:rPr>
                  <a:t> in </a:t>
                </a:r>
                <a:r>
                  <a:rPr lang="en-US" sz="1100" b="1">
                    <a:solidFill>
                      <a:srgbClr val="10B981"/>
                    </a:solidFill>
                    <a:latin typeface="Calibri"/>
                    <a:ea typeface="Calibri"/>
                    <a:cs typeface="Calibri"/>
                    <a:sym typeface="Calibri"/>
                  </a:rPr>
                  <a:t>ascending</a:t>
                </a:r>
                <a:r>
                  <a:rPr lang="en-US" sz="1100">
                    <a:solidFill>
                      <a:srgbClr val="475569"/>
                    </a:solidFill>
                    <a:latin typeface="Calibri"/>
                    <a:ea typeface="Calibri"/>
                    <a:cs typeface="Calibri"/>
                    <a:sym typeface="Calibri"/>
                  </a:rPr>
                  <a:t> order.</a:t>
                </a:r>
                <a:endParaRPr sz="1100">
                  <a:solidFill>
                    <a:srgbClr val="475569"/>
                  </a:solidFill>
                  <a:latin typeface="Calibri"/>
                  <a:ea typeface="Calibri"/>
                  <a:cs typeface="Calibri"/>
                  <a:sym typeface="Calibri"/>
                </a:endParaRPr>
              </a:p>
              <a:p>
                <a:pPr marL="0" lvl="0" indent="0" algn="l" rtl="0">
                  <a:spcBef>
                    <a:spcPts val="375"/>
                  </a:spcBef>
                  <a:spcAft>
                    <a:spcPts val="0"/>
                  </a:spcAft>
                  <a:buNone/>
                </a:pPr>
                <a:r>
                  <a:rPr lang="en-US" sz="1000" i="1">
                    <a:solidFill>
                      <a:srgbClr val="64748B"/>
                    </a:solidFill>
                    <a:latin typeface="Calibri"/>
                    <a:ea typeface="Calibri"/>
                    <a:cs typeface="Calibri"/>
                    <a:sym typeface="Calibri"/>
                  </a:rPr>
                  <a:t>Uses lexicographic comparison for identical scores.</a:t>
                </a:r>
                <a:endParaRPr sz="1000" i="1">
                  <a:solidFill>
                    <a:srgbClr val="64748B"/>
                  </a:solidFill>
                  <a:latin typeface="Calibri"/>
                  <a:ea typeface="Calibri"/>
                  <a:cs typeface="Calibri"/>
                  <a:sym typeface="Calibri"/>
                </a:endParaRPr>
              </a:p>
            </p:txBody>
          </p:sp>
        </p:grpSp>
      </p:grpSp>
      <p:grpSp>
        <p:nvGrpSpPr>
          <p:cNvPr id="420" name="Google Shape;420;p47"/>
          <p:cNvGrpSpPr/>
          <p:nvPr/>
        </p:nvGrpSpPr>
        <p:grpSpPr>
          <a:xfrm>
            <a:off x="5905500" y="2095500"/>
            <a:ext cx="4381500" cy="3429000"/>
            <a:chOff x="5905500" y="2095500"/>
            <a:chExt cx="4381500" cy="3429000"/>
          </a:xfrm>
        </p:grpSpPr>
        <p:sp>
          <p:nvSpPr>
            <p:cNvPr id="421" name="Google Shape;421;p47"/>
            <p:cNvSpPr/>
            <p:nvPr/>
          </p:nvSpPr>
          <p:spPr>
            <a:xfrm>
              <a:off x="5905500" y="2095500"/>
              <a:ext cx="4381500" cy="3429000"/>
            </a:xfrm>
            <a:prstGeom prst="roundRect">
              <a:avLst>
                <a:gd name="adj" fmla="val 4166"/>
              </a:avLst>
            </a:prstGeom>
            <a:solidFill>
              <a:srgbClr val="F1F5F9"/>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2" name="Google Shape;422;p47"/>
            <p:cNvSpPr txBox="1"/>
            <p:nvPr/>
          </p:nvSpPr>
          <p:spPr>
            <a:xfrm>
              <a:off x="6143625" y="2286000"/>
              <a:ext cx="39054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100" b="1">
                  <a:solidFill>
                    <a:srgbClr val="002060"/>
                  </a:solidFill>
                  <a:latin typeface="Calibri"/>
                  <a:ea typeface="Calibri"/>
                  <a:cs typeface="Calibri"/>
                  <a:sym typeface="Calibri"/>
                </a:rPr>
                <a:t>Running Details</a:t>
              </a:r>
              <a:endParaRPr sz="2100" b="1">
                <a:solidFill>
                  <a:srgbClr val="002060"/>
                </a:solidFill>
                <a:latin typeface="Calibri"/>
                <a:ea typeface="Calibri"/>
                <a:cs typeface="Calibri"/>
                <a:sym typeface="Calibri"/>
              </a:endParaRPr>
            </a:p>
          </p:txBody>
        </p:sp>
        <p:grpSp>
          <p:nvGrpSpPr>
            <p:cNvPr id="423" name="Google Shape;423;p47"/>
            <p:cNvGrpSpPr/>
            <p:nvPr/>
          </p:nvGrpSpPr>
          <p:grpSpPr>
            <a:xfrm>
              <a:off x="6143625" y="2762250"/>
              <a:ext cx="3905400" cy="1047900"/>
              <a:chOff x="6143625" y="2762250"/>
              <a:chExt cx="3905400" cy="1047900"/>
            </a:xfrm>
          </p:grpSpPr>
          <p:sp>
            <p:nvSpPr>
              <p:cNvPr id="424" name="Google Shape;424;p47"/>
              <p:cNvSpPr/>
              <p:nvPr/>
            </p:nvSpPr>
            <p:spPr>
              <a:xfrm>
                <a:off x="6143625" y="2762250"/>
                <a:ext cx="3905400" cy="1047900"/>
              </a:xfrm>
              <a:prstGeom prst="roundRect">
                <a:avLst>
                  <a:gd name="adj" fmla="val 909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5" name="Google Shape;425;p47"/>
              <p:cNvSpPr txBox="1"/>
              <p:nvPr/>
            </p:nvSpPr>
            <p:spPr>
              <a:xfrm>
                <a:off x="6286500" y="3130677"/>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endParaRPr sz="2400" dirty="0">
                  <a:solidFill>
                    <a:srgbClr val="F59E0B"/>
                  </a:solidFill>
                  <a:latin typeface="Material Icons"/>
                  <a:ea typeface="Material Icons"/>
                  <a:cs typeface="Material Icons"/>
                  <a:sym typeface="Material Icons"/>
                </a:endParaRPr>
              </a:p>
            </p:txBody>
          </p:sp>
          <p:sp>
            <p:nvSpPr>
              <p:cNvPr id="426" name="Google Shape;426;p47"/>
              <p:cNvSpPr txBox="1"/>
              <p:nvPr/>
            </p:nvSpPr>
            <p:spPr>
              <a:xfrm>
                <a:off x="6762750" y="2857500"/>
                <a:ext cx="3095700" cy="857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002060"/>
                    </a:solidFill>
                    <a:latin typeface="Calibri"/>
                    <a:ea typeface="Calibri"/>
                    <a:cs typeface="Calibri"/>
                    <a:sym typeface="Calibri"/>
                  </a:rPr>
                  <a:t>Warm-up Phase</a:t>
                </a:r>
                <a:endParaRPr sz="1400" b="1">
                  <a:solidFill>
                    <a:srgbClr val="002060"/>
                  </a:solidFill>
                  <a:latin typeface="Calibri"/>
                  <a:ea typeface="Calibri"/>
                  <a:cs typeface="Calibri"/>
                  <a:sym typeface="Calibri"/>
                </a:endParaRPr>
              </a:p>
              <a:p>
                <a:pPr marL="0" lvl="0" indent="0" algn="l" rtl="0">
                  <a:spcBef>
                    <a:spcPts val="375"/>
                  </a:spcBef>
                  <a:spcAft>
                    <a:spcPts val="0"/>
                  </a:spcAft>
                  <a:buNone/>
                </a:pPr>
                <a:r>
                  <a:rPr lang="en-US" sz="1200" b="1">
                    <a:solidFill>
                      <a:srgbClr val="002060"/>
                    </a:solidFill>
                    <a:latin typeface="Calibri"/>
                    <a:ea typeface="Calibri"/>
                    <a:cs typeface="Calibri"/>
                    <a:sym typeface="Calibri"/>
                  </a:rPr>
                  <a:t>50</a:t>
                </a:r>
                <a:r>
                  <a:rPr lang="en-US" sz="1200">
                    <a:solidFill>
                      <a:srgbClr val="475569"/>
                    </a:solidFill>
                    <a:latin typeface="Calibri"/>
                    <a:ea typeface="Calibri"/>
                    <a:cs typeface="Calibri"/>
                    <a:sym typeface="Calibri"/>
                  </a:rPr>
                  <a:t> iterations per dataset.</a:t>
                </a:r>
                <a:endParaRPr sz="1200">
                  <a:solidFill>
                    <a:srgbClr val="475569"/>
                  </a:solidFill>
                  <a:latin typeface="Calibri"/>
                  <a:ea typeface="Calibri"/>
                  <a:cs typeface="Calibri"/>
                  <a:sym typeface="Calibri"/>
                </a:endParaRPr>
              </a:p>
              <a:p>
                <a:pPr marL="0" lvl="0" indent="0" algn="l" rtl="0">
                  <a:spcBef>
                    <a:spcPts val="375"/>
                  </a:spcBef>
                  <a:spcAft>
                    <a:spcPts val="0"/>
                  </a:spcAft>
                  <a:buNone/>
                </a:pPr>
                <a:r>
                  <a:rPr lang="en-US" sz="1000" i="1">
                    <a:solidFill>
                      <a:srgbClr val="64748B"/>
                    </a:solidFill>
                    <a:latin typeface="Calibri"/>
                    <a:ea typeface="Calibri"/>
                    <a:cs typeface="Calibri"/>
                    <a:sym typeface="Calibri"/>
                  </a:rPr>
                  <a:t>Ensures consistent JVM optimization/state.</a:t>
                </a:r>
                <a:endParaRPr sz="1000" i="1">
                  <a:solidFill>
                    <a:srgbClr val="64748B"/>
                  </a:solidFill>
                  <a:latin typeface="Calibri"/>
                  <a:ea typeface="Calibri"/>
                  <a:cs typeface="Calibri"/>
                  <a:sym typeface="Calibri"/>
                </a:endParaRPr>
              </a:p>
            </p:txBody>
          </p:sp>
        </p:grpSp>
        <p:grpSp>
          <p:nvGrpSpPr>
            <p:cNvPr id="427" name="Google Shape;427;p47"/>
            <p:cNvGrpSpPr/>
            <p:nvPr/>
          </p:nvGrpSpPr>
          <p:grpSpPr>
            <a:xfrm>
              <a:off x="6143625" y="3952875"/>
              <a:ext cx="3905400" cy="1047900"/>
              <a:chOff x="6143625" y="3952875"/>
              <a:chExt cx="3905400" cy="1047900"/>
            </a:xfrm>
          </p:grpSpPr>
          <p:sp>
            <p:nvSpPr>
              <p:cNvPr id="428" name="Google Shape;428;p47"/>
              <p:cNvSpPr/>
              <p:nvPr/>
            </p:nvSpPr>
            <p:spPr>
              <a:xfrm>
                <a:off x="6143625" y="3952875"/>
                <a:ext cx="3905400" cy="1047900"/>
              </a:xfrm>
              <a:prstGeom prst="roundRect">
                <a:avLst>
                  <a:gd name="adj" fmla="val 9090"/>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9" name="Google Shape;429;p47"/>
              <p:cNvSpPr txBox="1"/>
              <p:nvPr/>
            </p:nvSpPr>
            <p:spPr>
              <a:xfrm>
                <a:off x="6286500" y="4321302"/>
                <a:ext cx="381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endParaRPr sz="2400" dirty="0">
                  <a:solidFill>
                    <a:srgbClr val="10B981"/>
                  </a:solidFill>
                  <a:latin typeface="Material Icons"/>
                  <a:ea typeface="Material Icons"/>
                  <a:cs typeface="Material Icons"/>
                  <a:sym typeface="Material Icons"/>
                </a:endParaRPr>
              </a:p>
            </p:txBody>
          </p:sp>
          <p:sp>
            <p:nvSpPr>
              <p:cNvPr id="430" name="Google Shape;430;p47"/>
              <p:cNvSpPr txBox="1"/>
              <p:nvPr/>
            </p:nvSpPr>
            <p:spPr>
              <a:xfrm>
                <a:off x="6762750" y="4048125"/>
                <a:ext cx="3095700" cy="857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a:solidFill>
                      <a:srgbClr val="002060"/>
                    </a:solidFill>
                    <a:latin typeface="Calibri"/>
                    <a:ea typeface="Calibri"/>
                    <a:cs typeface="Calibri"/>
                    <a:sym typeface="Calibri"/>
                  </a:rPr>
                  <a:t>Main Execution</a:t>
                </a:r>
                <a:endParaRPr sz="1400" b="1">
                  <a:solidFill>
                    <a:srgbClr val="002060"/>
                  </a:solidFill>
                  <a:latin typeface="Calibri"/>
                  <a:ea typeface="Calibri"/>
                  <a:cs typeface="Calibri"/>
                  <a:sym typeface="Calibri"/>
                </a:endParaRPr>
              </a:p>
              <a:p>
                <a:pPr marL="0" lvl="0" indent="0" algn="l" rtl="0">
                  <a:spcBef>
                    <a:spcPts val="375"/>
                  </a:spcBef>
                  <a:spcAft>
                    <a:spcPts val="0"/>
                  </a:spcAft>
                  <a:buNone/>
                </a:pPr>
                <a:r>
                  <a:rPr lang="en-US" sz="1200" b="1">
                    <a:solidFill>
                      <a:srgbClr val="002060"/>
                    </a:solidFill>
                    <a:latin typeface="Calibri"/>
                    <a:ea typeface="Calibri"/>
                    <a:cs typeface="Calibri"/>
                    <a:sym typeface="Calibri"/>
                  </a:rPr>
                  <a:t>1000</a:t>
                </a:r>
                <a:r>
                  <a:rPr lang="en-US" sz="1200">
                    <a:solidFill>
                      <a:srgbClr val="475569"/>
                    </a:solidFill>
                    <a:latin typeface="Calibri"/>
                    <a:ea typeface="Calibri"/>
                    <a:cs typeface="Calibri"/>
                    <a:sym typeface="Calibri"/>
                  </a:rPr>
                  <a:t> iterations per dataset.</a:t>
                </a:r>
                <a:endParaRPr sz="1200">
                  <a:solidFill>
                    <a:srgbClr val="475569"/>
                  </a:solidFill>
                  <a:latin typeface="Calibri"/>
                  <a:ea typeface="Calibri"/>
                  <a:cs typeface="Calibri"/>
                  <a:sym typeface="Calibri"/>
                </a:endParaRPr>
              </a:p>
              <a:p>
                <a:pPr marL="0" lvl="0" indent="0" algn="l" rtl="0">
                  <a:spcBef>
                    <a:spcPts val="375"/>
                  </a:spcBef>
                  <a:spcAft>
                    <a:spcPts val="0"/>
                  </a:spcAft>
                  <a:buNone/>
                </a:pPr>
                <a:r>
                  <a:rPr lang="en-US" sz="1000" i="1">
                    <a:solidFill>
                      <a:srgbClr val="64748B"/>
                    </a:solidFill>
                    <a:latin typeface="Calibri"/>
                    <a:ea typeface="Calibri"/>
                    <a:cs typeface="Calibri"/>
                    <a:sym typeface="Calibri"/>
                  </a:rPr>
                  <a:t>Reliable performance measurement benchmark.</a:t>
                </a:r>
                <a:endParaRPr sz="1000" i="1">
                  <a:solidFill>
                    <a:srgbClr val="64748B"/>
                  </a:solidFill>
                  <a:latin typeface="Calibri"/>
                  <a:ea typeface="Calibri"/>
                  <a:cs typeface="Calibri"/>
                  <a:sym typeface="Calibri"/>
                </a:endParaRPr>
              </a:p>
            </p:txBody>
          </p:sp>
        </p:grpSp>
      </p:grpSp>
      <p:pic>
        <p:nvPicPr>
          <p:cNvPr id="2" name="图片 1">
            <a:extLst>
              <a:ext uri="{FF2B5EF4-FFF2-40B4-BE49-F238E27FC236}">
                <a16:creationId xmlns:a16="http://schemas.microsoft.com/office/drawing/2014/main" id="{48A30305-2127-BAF3-2D22-AE62708FA150}"/>
              </a:ext>
            </a:extLst>
          </p:cNvPr>
          <p:cNvPicPr>
            <a:picLocks noChangeAspect="1"/>
          </p:cNvPicPr>
          <p:nvPr/>
        </p:nvPicPr>
        <p:blipFill>
          <a:blip r:embed="rId5"/>
          <a:stretch>
            <a:fillRect/>
          </a:stretch>
        </p:blipFill>
        <p:spPr>
          <a:xfrm>
            <a:off x="942935" y="3101576"/>
            <a:ext cx="323827" cy="372892"/>
          </a:xfrm>
          <a:prstGeom prst="rect">
            <a:avLst/>
          </a:prstGeom>
        </p:spPr>
      </p:pic>
      <p:pic>
        <p:nvPicPr>
          <p:cNvPr id="3" name="图片 2">
            <a:extLst>
              <a:ext uri="{FF2B5EF4-FFF2-40B4-BE49-F238E27FC236}">
                <a16:creationId xmlns:a16="http://schemas.microsoft.com/office/drawing/2014/main" id="{FA9771D2-1513-EC01-1637-8A4E70B5ABBB}"/>
              </a:ext>
            </a:extLst>
          </p:cNvPr>
          <p:cNvPicPr>
            <a:picLocks noChangeAspect="1"/>
          </p:cNvPicPr>
          <p:nvPr/>
        </p:nvPicPr>
        <p:blipFill>
          <a:blip r:embed="rId6"/>
          <a:stretch>
            <a:fillRect/>
          </a:stretch>
        </p:blipFill>
        <p:spPr>
          <a:xfrm>
            <a:off x="933461" y="4262762"/>
            <a:ext cx="323827" cy="392518"/>
          </a:xfrm>
          <a:prstGeom prst="rect">
            <a:avLst/>
          </a:prstGeom>
        </p:spPr>
      </p:pic>
      <p:pic>
        <p:nvPicPr>
          <p:cNvPr id="4" name="图片 3">
            <a:extLst>
              <a:ext uri="{FF2B5EF4-FFF2-40B4-BE49-F238E27FC236}">
                <a16:creationId xmlns:a16="http://schemas.microsoft.com/office/drawing/2014/main" id="{577F7692-2383-2AA6-155B-FD32AA709E44}"/>
              </a:ext>
            </a:extLst>
          </p:cNvPr>
          <p:cNvPicPr>
            <a:picLocks noChangeAspect="1"/>
          </p:cNvPicPr>
          <p:nvPr/>
        </p:nvPicPr>
        <p:blipFill>
          <a:blip r:embed="rId7"/>
          <a:stretch>
            <a:fillRect/>
          </a:stretch>
        </p:blipFill>
        <p:spPr>
          <a:xfrm>
            <a:off x="6239025" y="3106168"/>
            <a:ext cx="406400" cy="368300"/>
          </a:xfrm>
          <a:prstGeom prst="rect">
            <a:avLst/>
          </a:prstGeom>
        </p:spPr>
      </p:pic>
      <p:pic>
        <p:nvPicPr>
          <p:cNvPr id="5" name="图片 4">
            <a:extLst>
              <a:ext uri="{FF2B5EF4-FFF2-40B4-BE49-F238E27FC236}">
                <a16:creationId xmlns:a16="http://schemas.microsoft.com/office/drawing/2014/main" id="{DD18676E-5822-4E63-82CC-B26BAD035574}"/>
              </a:ext>
            </a:extLst>
          </p:cNvPr>
          <p:cNvPicPr>
            <a:picLocks noChangeAspect="1"/>
          </p:cNvPicPr>
          <p:nvPr/>
        </p:nvPicPr>
        <p:blipFill>
          <a:blip r:embed="rId8"/>
          <a:stretch>
            <a:fillRect/>
          </a:stretch>
        </p:blipFill>
        <p:spPr>
          <a:xfrm>
            <a:off x="6232675" y="4305027"/>
            <a:ext cx="419100" cy="4191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1772"/>
    </mc:Choice>
    <mc:Fallback xmlns="">
      <p:transition spd="slow" advTm="1177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pic>
        <p:nvPicPr>
          <p:cNvPr id="433" name="Google Shape;433;p49" descr="Shield-navy(rgb for online).png"/>
          <p:cNvPicPr preferRelativeResize="0"/>
          <p:nvPr/>
        </p:nvPicPr>
        <p:blipFill rotWithShape="1">
          <a:blip r:embed="rId3">
            <a:alphaModFix/>
          </a:blip>
          <a:srcRect/>
          <a:stretch/>
        </p:blipFill>
        <p:spPr>
          <a:xfrm>
            <a:off x="11059252" y="6095745"/>
            <a:ext cx="413401" cy="521209"/>
          </a:xfrm>
          <a:prstGeom prst="rect">
            <a:avLst/>
          </a:prstGeom>
          <a:noFill/>
          <a:ln>
            <a:noFill/>
          </a:ln>
        </p:spPr>
      </p:pic>
      <p:sp>
        <p:nvSpPr>
          <p:cNvPr id="434" name="Google Shape;434;p49"/>
          <p:cNvSpPr txBox="1">
            <a:spLocks noGrp="1"/>
          </p:cNvSpPr>
          <p:nvPr>
            <p:ph type="title"/>
          </p:nvPr>
        </p:nvSpPr>
        <p:spPr>
          <a:xfrm>
            <a:off x="571500" y="381000"/>
            <a:ext cx="10515600" cy="952500"/>
          </a:xfrm>
          <a:prstGeom prst="rect">
            <a:avLst/>
          </a:prstGeom>
          <a:solidFill>
            <a:srgbClr val="000000">
              <a:alpha val="0"/>
            </a:srgbClr>
          </a:solidFill>
          <a:ln>
            <a:noFill/>
          </a:ln>
        </p:spPr>
        <p:txBody>
          <a:bodyPr spcFirstLastPara="1" wrap="square" lIns="190500" tIns="0" rIns="0" bIns="0" anchor="ctr" anchorCtr="0">
            <a:normAutofit/>
          </a:bodyPr>
          <a:lstStyle/>
          <a:p>
            <a:pPr marL="0" lvl="0" indent="0" algn="l" rtl="0">
              <a:spcBef>
                <a:spcPts val="0"/>
              </a:spcBef>
              <a:spcAft>
                <a:spcPts val="0"/>
              </a:spcAft>
              <a:buNone/>
            </a:pPr>
            <a:r>
              <a:rPr lang="en-US"/>
              <a:t>Task A - </a:t>
            </a:r>
            <a:r>
              <a:rPr lang="en-US" b="1">
                <a:solidFill>
                  <a:srgbClr val="002060"/>
                </a:solidFill>
                <a:latin typeface="Calibri"/>
                <a:ea typeface="Calibri"/>
                <a:cs typeface="Calibri"/>
                <a:sym typeface="Calibri"/>
              </a:rPr>
              <a:t>Experimental Results</a:t>
            </a:r>
            <a:endParaRPr b="1">
              <a:solidFill>
                <a:srgbClr val="002060"/>
              </a:solidFill>
              <a:latin typeface="Calibri"/>
              <a:ea typeface="Calibri"/>
              <a:cs typeface="Calibri"/>
              <a:sym typeface="Calibri"/>
            </a:endParaRPr>
          </a:p>
        </p:txBody>
      </p:sp>
      <p:sp>
        <p:nvSpPr>
          <p:cNvPr id="435" name="Google Shape;435;p49"/>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pic>
        <p:nvPicPr>
          <p:cNvPr id="436" name="Google Shape;436;p49"/>
          <p:cNvPicPr preferRelativeResize="0"/>
          <p:nvPr/>
        </p:nvPicPr>
        <p:blipFill>
          <a:blip r:embed="rId4">
            <a:alphaModFix/>
          </a:blip>
          <a:stretch>
            <a:fillRect/>
          </a:stretch>
        </p:blipFill>
        <p:spPr>
          <a:xfrm>
            <a:off x="921425" y="1597276"/>
            <a:ext cx="4328176" cy="3154176"/>
          </a:xfrm>
          <a:prstGeom prst="rect">
            <a:avLst/>
          </a:prstGeom>
          <a:noFill/>
          <a:ln>
            <a:noFill/>
          </a:ln>
        </p:spPr>
      </p:pic>
      <p:pic>
        <p:nvPicPr>
          <p:cNvPr id="437" name="Google Shape;437;p49"/>
          <p:cNvPicPr preferRelativeResize="0"/>
          <p:nvPr/>
        </p:nvPicPr>
        <p:blipFill>
          <a:blip r:embed="rId5">
            <a:alphaModFix/>
          </a:blip>
          <a:stretch>
            <a:fillRect/>
          </a:stretch>
        </p:blipFill>
        <p:spPr>
          <a:xfrm>
            <a:off x="6251129" y="1597275"/>
            <a:ext cx="5081221" cy="3154174"/>
          </a:xfrm>
          <a:prstGeom prst="rect">
            <a:avLst/>
          </a:prstGeom>
          <a:noFill/>
          <a:ln>
            <a:noFill/>
          </a:ln>
        </p:spPr>
      </p:pic>
      <p:sp>
        <p:nvSpPr>
          <p:cNvPr id="438" name="Google Shape;438;p49"/>
          <p:cNvSpPr txBox="1"/>
          <p:nvPr/>
        </p:nvSpPr>
        <p:spPr>
          <a:xfrm>
            <a:off x="3452913" y="5237150"/>
            <a:ext cx="3000000" cy="416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752">
                <a:solidFill>
                  <a:srgbClr val="475569"/>
                </a:solidFill>
                <a:latin typeface="Calibri"/>
                <a:ea typeface="Calibri"/>
                <a:cs typeface="Calibri"/>
                <a:sym typeface="Calibri"/>
              </a:rPr>
              <a:t>DatasetA: L0001, L0002, L0003, L0004, L0005, L0006, L0007, L0008, L0009, L0010</a:t>
            </a:r>
            <a:endParaRPr/>
          </a:p>
        </p:txBody>
      </p:sp>
      <p:sp>
        <p:nvSpPr>
          <p:cNvPr id="439" name="Google Shape;439;p49"/>
          <p:cNvSpPr txBox="1"/>
          <p:nvPr/>
        </p:nvSpPr>
        <p:spPr>
          <a:xfrm>
            <a:off x="3452913" y="5719000"/>
            <a:ext cx="3000000" cy="416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752">
                <a:solidFill>
                  <a:srgbClr val="475569"/>
                </a:solidFill>
                <a:latin typeface="Calibri"/>
                <a:ea typeface="Calibri"/>
                <a:cs typeface="Calibri"/>
                <a:sym typeface="Calibri"/>
              </a:rPr>
              <a:t>DatasetB: L0101, L0102, L0103, L0104, L0105, L0106, L0107, L0108, L0109, L0110</a:t>
            </a:r>
            <a:endParaRPr sz="752">
              <a:solidFill>
                <a:srgbClr val="475569"/>
              </a:solidFill>
              <a:latin typeface="Calibri"/>
              <a:ea typeface="Calibri"/>
              <a:cs typeface="Calibri"/>
              <a:sym typeface="Calibri"/>
            </a:endParaRPr>
          </a:p>
        </p:txBody>
      </p:sp>
      <p:sp>
        <p:nvSpPr>
          <p:cNvPr id="440" name="Google Shape;440;p49"/>
          <p:cNvSpPr txBox="1"/>
          <p:nvPr/>
        </p:nvSpPr>
        <p:spPr>
          <a:xfrm>
            <a:off x="3734800" y="4963025"/>
            <a:ext cx="2243400" cy="27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500">
                <a:solidFill>
                  <a:schemeClr val="dk1"/>
                </a:solidFill>
                <a:latin typeface="Calibri"/>
                <a:ea typeface="Calibri"/>
                <a:cs typeface="Calibri"/>
                <a:sym typeface="Calibri"/>
              </a:rPr>
              <a:t>Top 10 Locations</a:t>
            </a:r>
            <a:endParaRPr sz="1500">
              <a:solidFill>
                <a:schemeClr val="dk1"/>
              </a:solidFill>
              <a:latin typeface="Calibri"/>
              <a:ea typeface="Calibri"/>
              <a:cs typeface="Calibri"/>
              <a:sym typeface="Calibri"/>
            </a:endParaRPr>
          </a:p>
        </p:txBody>
      </p:sp>
      <p:grpSp>
        <p:nvGrpSpPr>
          <p:cNvPr id="441" name="Google Shape;441;p49"/>
          <p:cNvGrpSpPr/>
          <p:nvPr/>
        </p:nvGrpSpPr>
        <p:grpSpPr>
          <a:xfrm>
            <a:off x="1707332" y="5015225"/>
            <a:ext cx="8496239" cy="1524000"/>
            <a:chOff x="571500" y="4762500"/>
            <a:chExt cx="9810900" cy="1524000"/>
          </a:xfrm>
        </p:grpSpPr>
        <p:sp>
          <p:nvSpPr>
            <p:cNvPr id="442" name="Google Shape;442;p49"/>
            <p:cNvSpPr/>
            <p:nvPr/>
          </p:nvSpPr>
          <p:spPr>
            <a:xfrm>
              <a:off x="571500" y="4762500"/>
              <a:ext cx="9810900" cy="1524000"/>
            </a:xfrm>
            <a:prstGeom prst="roundRect">
              <a:avLst>
                <a:gd name="adj" fmla="val 9375"/>
              </a:avLst>
            </a:prstGeom>
            <a:solidFill>
              <a:srgbClr val="F1F5F9"/>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443" name="Google Shape;443;p49"/>
            <p:cNvGrpSpPr/>
            <p:nvPr/>
          </p:nvGrpSpPr>
          <p:grpSpPr>
            <a:xfrm>
              <a:off x="772364" y="4953000"/>
              <a:ext cx="9229036" cy="1292825"/>
              <a:chOff x="10364" y="0"/>
              <a:chExt cx="9229036" cy="1292825"/>
            </a:xfrm>
          </p:grpSpPr>
          <p:sp>
            <p:nvSpPr>
              <p:cNvPr id="444" name="Google Shape;444;p49"/>
              <p:cNvSpPr txBox="1"/>
              <p:nvPr/>
            </p:nvSpPr>
            <p:spPr>
              <a:xfrm>
                <a:off x="10364" y="149825"/>
                <a:ext cx="1905000" cy="1143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800" b="1">
                    <a:solidFill>
                      <a:srgbClr val="002060"/>
                    </a:solidFill>
                    <a:latin typeface="Calibri"/>
                    <a:ea typeface="Calibri"/>
                    <a:cs typeface="Calibri"/>
                    <a:sym typeface="Calibri"/>
                  </a:rPr>
                  <a:t>Top 10 Locations</a:t>
                </a:r>
                <a:endParaRPr sz="1800" b="1">
                  <a:solidFill>
                    <a:srgbClr val="002060"/>
                  </a:solidFill>
                  <a:latin typeface="Calibri"/>
                  <a:ea typeface="Calibri"/>
                  <a:cs typeface="Calibri"/>
                  <a:sym typeface="Calibri"/>
                </a:endParaRPr>
              </a:p>
              <a:p>
                <a:pPr marL="0" lvl="0" indent="0" algn="l" rtl="0">
                  <a:spcBef>
                    <a:spcPts val="375"/>
                  </a:spcBef>
                  <a:spcAft>
                    <a:spcPts val="0"/>
                  </a:spcAft>
                  <a:buNone/>
                </a:pPr>
                <a:endParaRPr sz="1000" b="0">
                  <a:solidFill>
                    <a:srgbClr val="64748B"/>
                  </a:solidFill>
                  <a:latin typeface="Calibri"/>
                  <a:ea typeface="Calibri"/>
                  <a:cs typeface="Calibri"/>
                  <a:sym typeface="Calibri"/>
                </a:endParaRPr>
              </a:p>
            </p:txBody>
          </p:sp>
          <p:sp>
            <p:nvSpPr>
              <p:cNvPr id="445" name="Google Shape;445;p49"/>
              <p:cNvSpPr txBox="1"/>
              <p:nvPr/>
            </p:nvSpPr>
            <p:spPr>
              <a:xfrm>
                <a:off x="2095500" y="0"/>
                <a:ext cx="7143900" cy="1143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b="1">
                    <a:solidFill>
                      <a:srgbClr val="002060"/>
                    </a:solidFill>
                    <a:latin typeface="Calibri"/>
                    <a:ea typeface="Calibri"/>
                    <a:cs typeface="Calibri"/>
                    <a:sym typeface="Calibri"/>
                  </a:rPr>
                  <a:t>Dataset A:</a:t>
                </a:r>
                <a:r>
                  <a:rPr lang="en-US">
                    <a:solidFill>
                      <a:srgbClr val="475569"/>
                    </a:solidFill>
                    <a:latin typeface="Calibri"/>
                    <a:ea typeface="Calibri"/>
                    <a:cs typeface="Calibri"/>
                    <a:sym typeface="Calibri"/>
                  </a:rPr>
                  <a:t> L0001, L0002, L0003, L0004, L0005, L0006, L0007, L0008, L0009, L0010</a:t>
                </a:r>
                <a:endParaRPr>
                  <a:solidFill>
                    <a:srgbClr val="475569"/>
                  </a:solidFill>
                  <a:latin typeface="Calibri"/>
                  <a:ea typeface="Calibri"/>
                  <a:cs typeface="Calibri"/>
                  <a:sym typeface="Calibri"/>
                </a:endParaRPr>
              </a:p>
              <a:p>
                <a:pPr marL="0" lvl="0" indent="0" algn="l" rtl="0">
                  <a:spcBef>
                    <a:spcPts val="0"/>
                  </a:spcBef>
                  <a:spcAft>
                    <a:spcPts val="0"/>
                  </a:spcAft>
                  <a:buNone/>
                </a:pPr>
                <a:r>
                  <a:rPr lang="en-US" b="1">
                    <a:solidFill>
                      <a:srgbClr val="002060"/>
                    </a:solidFill>
                    <a:latin typeface="Calibri"/>
                    <a:ea typeface="Calibri"/>
                    <a:cs typeface="Calibri"/>
                    <a:sym typeface="Calibri"/>
                  </a:rPr>
                  <a:t>Dataset B:</a:t>
                </a:r>
                <a:r>
                  <a:rPr lang="en-US">
                    <a:solidFill>
                      <a:srgbClr val="475569"/>
                    </a:solidFill>
                    <a:latin typeface="Calibri"/>
                    <a:ea typeface="Calibri"/>
                    <a:cs typeface="Calibri"/>
                    <a:sym typeface="Calibri"/>
                  </a:rPr>
                  <a:t> L0101, L0102, L0103, L0104, L0105, L0106, L0107, L0108, L0109, L0110</a:t>
                </a:r>
                <a:endParaRPr>
                  <a:solidFill>
                    <a:srgbClr val="475569"/>
                  </a:solidFill>
                  <a:latin typeface="Calibri"/>
                  <a:ea typeface="Calibri"/>
                  <a:cs typeface="Calibri"/>
                  <a:sym typeface="Calibri"/>
                </a:endParaRPr>
              </a:p>
              <a:p>
                <a:pPr marL="0" lvl="0" indent="0" algn="l" rtl="0">
                  <a:spcBef>
                    <a:spcPts val="0"/>
                  </a:spcBef>
                  <a:spcAft>
                    <a:spcPts val="0"/>
                  </a:spcAft>
                  <a:buNone/>
                </a:pPr>
                <a:r>
                  <a:rPr lang="en-US" b="1">
                    <a:solidFill>
                      <a:srgbClr val="002060"/>
                    </a:solidFill>
                    <a:latin typeface="Calibri"/>
                    <a:ea typeface="Calibri"/>
                    <a:cs typeface="Calibri"/>
                    <a:sym typeface="Calibri"/>
                  </a:rPr>
                  <a:t>Dataset C:</a:t>
                </a:r>
                <a:r>
                  <a:rPr lang="en-US">
                    <a:solidFill>
                      <a:srgbClr val="475569"/>
                    </a:solidFill>
                    <a:latin typeface="Calibri"/>
                    <a:ea typeface="Calibri"/>
                    <a:cs typeface="Calibri"/>
                    <a:sym typeface="Calibri"/>
                  </a:rPr>
                  <a:t> L0201, L0202, L0203, L0204, L0205, L0206, L0207, L0208, L0209, L0210</a:t>
                </a:r>
                <a:endParaRPr>
                  <a:solidFill>
                    <a:srgbClr val="475569"/>
                  </a:solidFill>
                  <a:latin typeface="Calibri"/>
                  <a:ea typeface="Calibri"/>
                  <a:cs typeface="Calibri"/>
                  <a:sym typeface="Calibri"/>
                </a:endParaRPr>
              </a:p>
            </p:txBody>
          </p:sp>
        </p:grpSp>
      </p:grpSp>
    </p:spTree>
  </p:cSld>
  <p:clrMapOvr>
    <a:masterClrMapping/>
  </p:clrMapOvr>
  <mc:AlternateContent xmlns:mc="http://schemas.openxmlformats.org/markup-compatibility/2006" xmlns:p14="http://schemas.microsoft.com/office/powerpoint/2010/main">
    <mc:Choice Requires="p14">
      <p:transition spd="slow" p14:dur="2000" advTm="4310"/>
    </mc:Choice>
    <mc:Fallback xmlns="">
      <p:transition spd="slow" advTm="431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pic>
        <p:nvPicPr>
          <p:cNvPr id="384" name="Google Shape;384;p46"/>
          <p:cNvPicPr preferRelativeResize="0"/>
          <p:nvPr/>
        </p:nvPicPr>
        <p:blipFill rotWithShape="1">
          <a:blip r:embed="rId3">
            <a:alphaModFix amt="7000"/>
          </a:blip>
          <a:srcRect/>
          <a:stretch/>
        </p:blipFill>
        <p:spPr>
          <a:xfrm>
            <a:off x="10355395" y="0"/>
            <a:ext cx="1821117" cy="6857999"/>
          </a:xfrm>
          <a:prstGeom prst="rect">
            <a:avLst/>
          </a:prstGeom>
          <a:noFill/>
          <a:ln>
            <a:noFill/>
          </a:ln>
        </p:spPr>
      </p:pic>
      <p:pic>
        <p:nvPicPr>
          <p:cNvPr id="385" name="Google Shape;385;p46" descr="Shield-navy(rgb for online).png"/>
          <p:cNvPicPr preferRelativeResize="0"/>
          <p:nvPr/>
        </p:nvPicPr>
        <p:blipFill rotWithShape="1">
          <a:blip r:embed="rId4">
            <a:alphaModFix/>
          </a:blip>
          <a:srcRect/>
          <a:stretch/>
        </p:blipFill>
        <p:spPr>
          <a:xfrm>
            <a:off x="11059252" y="6095745"/>
            <a:ext cx="413401" cy="521209"/>
          </a:xfrm>
          <a:prstGeom prst="rect">
            <a:avLst/>
          </a:prstGeom>
          <a:noFill/>
          <a:ln>
            <a:noFill/>
          </a:ln>
        </p:spPr>
      </p:pic>
      <p:sp>
        <p:nvSpPr>
          <p:cNvPr id="386" name="Google Shape;386;p46"/>
          <p:cNvSpPr txBox="1">
            <a:spLocks noGrp="1"/>
          </p:cNvSpPr>
          <p:nvPr>
            <p:ph type="title"/>
          </p:nvPr>
        </p:nvSpPr>
        <p:spPr>
          <a:xfrm>
            <a:off x="293250" y="26345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2060"/>
              </a:buClr>
              <a:buSzPts val="3600"/>
              <a:buFont typeface="Calibri"/>
              <a:buNone/>
            </a:pPr>
            <a:r>
              <a:rPr lang="en-US" dirty="0"/>
              <a:t>Task A - Dataset Characteristics</a:t>
            </a:r>
            <a:endParaRPr dirty="0"/>
          </a:p>
        </p:txBody>
      </p:sp>
      <p:grpSp>
        <p:nvGrpSpPr>
          <p:cNvPr id="387" name="Google Shape;387;p46"/>
          <p:cNvGrpSpPr/>
          <p:nvPr/>
        </p:nvGrpSpPr>
        <p:grpSpPr>
          <a:xfrm>
            <a:off x="663675" y="2248475"/>
            <a:ext cx="3048000" cy="2667000"/>
            <a:chOff x="666750" y="1714500"/>
            <a:chExt cx="3048000" cy="2667000"/>
          </a:xfrm>
        </p:grpSpPr>
        <p:sp>
          <p:nvSpPr>
            <p:cNvPr id="388" name="Google Shape;388;p46"/>
            <p:cNvSpPr/>
            <p:nvPr/>
          </p:nvSpPr>
          <p:spPr>
            <a:xfrm>
              <a:off x="666750" y="1714500"/>
              <a:ext cx="3048000" cy="2667000"/>
            </a:xfrm>
            <a:prstGeom prst="roundRect">
              <a:avLst>
                <a:gd name="adj" fmla="val 5357"/>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89" name="Google Shape;389;p46"/>
            <p:cNvSpPr txBox="1"/>
            <p:nvPr/>
          </p:nvSpPr>
          <p:spPr>
            <a:xfrm>
              <a:off x="857250" y="1905000"/>
              <a:ext cx="2667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dirty="0">
                  <a:solidFill>
                    <a:srgbClr val="002060"/>
                  </a:solidFill>
                  <a:latin typeface="Calibri"/>
                  <a:ea typeface="Calibri"/>
                  <a:cs typeface="Calibri"/>
                  <a:sym typeface="Calibri"/>
                </a:rPr>
                <a:t>Dataset A</a:t>
              </a:r>
              <a:endParaRPr sz="2000" b="1" dirty="0">
                <a:solidFill>
                  <a:srgbClr val="002060"/>
                </a:solidFill>
                <a:latin typeface="Calibri"/>
                <a:ea typeface="Calibri"/>
                <a:cs typeface="Calibri"/>
                <a:sym typeface="Calibri"/>
              </a:endParaRPr>
            </a:p>
          </p:txBody>
        </p:sp>
        <p:sp>
          <p:nvSpPr>
            <p:cNvPr id="390" name="Google Shape;390;p46"/>
            <p:cNvSpPr txBox="1"/>
            <p:nvPr/>
          </p:nvSpPr>
          <p:spPr>
            <a:xfrm>
              <a:off x="857250" y="2381250"/>
              <a:ext cx="2667000" cy="1809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a:solidFill>
                    <a:srgbClr val="1E293B"/>
                  </a:solidFill>
                  <a:latin typeface="Calibri"/>
                  <a:ea typeface="Calibri"/>
                  <a:cs typeface="Calibri"/>
                  <a:sym typeface="Calibri"/>
                </a:rPr>
                <a:t>Nearly Sorted</a:t>
              </a:r>
              <a:endParaRPr sz="1300" b="1">
                <a:solidFill>
                  <a:srgbClr val="1E293B"/>
                </a:solidFill>
                <a:latin typeface="Calibri"/>
                <a:ea typeface="Calibri"/>
                <a:cs typeface="Calibri"/>
                <a:sym typeface="Calibri"/>
              </a:endParaRPr>
            </a:p>
            <a:p>
              <a:pPr marL="0" lvl="0" indent="0" algn="l" rtl="0">
                <a:spcBef>
                  <a:spcPts val="600"/>
                </a:spcBef>
                <a:spcAft>
                  <a:spcPts val="0"/>
                </a:spcAft>
                <a:buNone/>
              </a:pPr>
              <a:r>
                <a:rPr lang="en-US" sz="1300">
                  <a:solidFill>
                    <a:srgbClr val="334155"/>
                  </a:solidFill>
                  <a:latin typeface="Calibri"/>
                  <a:ea typeface="Calibri"/>
                  <a:cs typeface="Calibri"/>
                  <a:sym typeface="Calibri"/>
                </a:rPr>
                <a:t>Priority scores are mostly in descending order.</a:t>
              </a:r>
              <a:endParaRPr sz="1300">
                <a:solidFill>
                  <a:srgbClr val="334155"/>
                </a:solidFill>
                <a:latin typeface="Calibri"/>
                <a:ea typeface="Calibri"/>
                <a:cs typeface="Calibri"/>
                <a:sym typeface="Calibri"/>
              </a:endParaRPr>
            </a:p>
            <a:p>
              <a:pPr marL="0" lvl="0" indent="0" algn="l" rtl="0">
                <a:spcBef>
                  <a:spcPts val="750"/>
                </a:spcBef>
                <a:spcAft>
                  <a:spcPts val="0"/>
                </a:spcAft>
                <a:buNone/>
              </a:pPr>
              <a:r>
                <a:rPr lang="en-US" sz="1300" i="1">
                  <a:solidFill>
                    <a:srgbClr val="64748B"/>
                  </a:solidFill>
                  <a:latin typeface="Calibri"/>
                  <a:ea typeface="Calibri"/>
                  <a:cs typeface="Calibri"/>
                  <a:sym typeface="Calibri"/>
                </a:rPr>
                <a:t>Only a small number of records do not follow this ranking rule.</a:t>
              </a:r>
              <a:endParaRPr sz="1300" i="1">
                <a:solidFill>
                  <a:srgbClr val="64748B"/>
                </a:solidFill>
                <a:latin typeface="Calibri"/>
                <a:ea typeface="Calibri"/>
                <a:cs typeface="Calibri"/>
                <a:sym typeface="Calibri"/>
              </a:endParaRPr>
            </a:p>
          </p:txBody>
        </p:sp>
      </p:grpSp>
      <p:sp>
        <p:nvSpPr>
          <p:cNvPr id="391" name="Google Shape;391;p46"/>
          <p:cNvSpPr txBox="1">
            <a:spLocks noGrp="1"/>
          </p:cNvSpPr>
          <p:nvPr>
            <p:ph type="sldNum" idx="12"/>
          </p:nvPr>
        </p:nvSpPr>
        <p:spPr>
          <a:xfrm>
            <a:off x="90678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grpSp>
        <p:nvGrpSpPr>
          <p:cNvPr id="392" name="Google Shape;392;p46"/>
          <p:cNvGrpSpPr/>
          <p:nvPr/>
        </p:nvGrpSpPr>
        <p:grpSpPr>
          <a:xfrm>
            <a:off x="3902175" y="2248475"/>
            <a:ext cx="3048000" cy="2667000"/>
            <a:chOff x="3905250" y="1714500"/>
            <a:chExt cx="3048000" cy="2667000"/>
          </a:xfrm>
        </p:grpSpPr>
        <p:sp>
          <p:nvSpPr>
            <p:cNvPr id="393" name="Google Shape;393;p46"/>
            <p:cNvSpPr/>
            <p:nvPr/>
          </p:nvSpPr>
          <p:spPr>
            <a:xfrm>
              <a:off x="3905250" y="1714500"/>
              <a:ext cx="3048000" cy="2667000"/>
            </a:xfrm>
            <a:prstGeom prst="roundRect">
              <a:avLst>
                <a:gd name="adj" fmla="val 5357"/>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4" name="Google Shape;394;p46"/>
            <p:cNvSpPr txBox="1"/>
            <p:nvPr/>
          </p:nvSpPr>
          <p:spPr>
            <a:xfrm>
              <a:off x="4095750" y="1905000"/>
              <a:ext cx="2667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dirty="0">
                  <a:solidFill>
                    <a:srgbClr val="002060"/>
                  </a:solidFill>
                  <a:latin typeface="Calibri"/>
                  <a:ea typeface="Calibri"/>
                  <a:cs typeface="Calibri"/>
                  <a:sym typeface="Calibri"/>
                </a:rPr>
                <a:t>Dataset B</a:t>
              </a:r>
              <a:endParaRPr sz="2000" b="1" dirty="0">
                <a:solidFill>
                  <a:srgbClr val="002060"/>
                </a:solidFill>
                <a:latin typeface="Calibri"/>
                <a:ea typeface="Calibri"/>
                <a:cs typeface="Calibri"/>
                <a:sym typeface="Calibri"/>
              </a:endParaRPr>
            </a:p>
          </p:txBody>
        </p:sp>
        <p:sp>
          <p:nvSpPr>
            <p:cNvPr id="395" name="Google Shape;395;p46"/>
            <p:cNvSpPr txBox="1"/>
            <p:nvPr/>
          </p:nvSpPr>
          <p:spPr>
            <a:xfrm>
              <a:off x="4095750" y="2381250"/>
              <a:ext cx="2667000" cy="1809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a:solidFill>
                    <a:srgbClr val="1E293B"/>
                  </a:solidFill>
                  <a:latin typeface="Calibri"/>
                  <a:ea typeface="Calibri"/>
                  <a:cs typeface="Calibri"/>
                  <a:sym typeface="Calibri"/>
                </a:rPr>
                <a:t>Randomly Ordered</a:t>
              </a:r>
              <a:endParaRPr sz="1300" b="1">
                <a:solidFill>
                  <a:srgbClr val="1E293B"/>
                </a:solidFill>
                <a:latin typeface="Calibri"/>
                <a:ea typeface="Calibri"/>
                <a:cs typeface="Calibri"/>
                <a:sym typeface="Calibri"/>
              </a:endParaRPr>
            </a:p>
            <a:p>
              <a:pPr marL="0" lvl="0" indent="0" algn="l" rtl="0">
                <a:spcBef>
                  <a:spcPts val="600"/>
                </a:spcBef>
                <a:spcAft>
                  <a:spcPts val="0"/>
                </a:spcAft>
                <a:buNone/>
              </a:pPr>
              <a:r>
                <a:rPr lang="en-US" sz="1300">
                  <a:solidFill>
                    <a:srgbClr val="334155"/>
                  </a:solidFill>
                  <a:latin typeface="Calibri"/>
                  <a:ea typeface="Calibri"/>
                  <a:cs typeface="Calibri"/>
                  <a:sym typeface="Calibri"/>
                </a:rPr>
                <a:t>Data is not arranged by priority score or tiebreaker.</a:t>
              </a:r>
              <a:endParaRPr sz="1300">
                <a:solidFill>
                  <a:srgbClr val="334155"/>
                </a:solidFill>
                <a:latin typeface="Calibri"/>
                <a:ea typeface="Calibri"/>
                <a:cs typeface="Calibri"/>
                <a:sym typeface="Calibri"/>
              </a:endParaRPr>
            </a:p>
            <a:p>
              <a:pPr marL="0" lvl="0" indent="0" algn="l" rtl="0">
                <a:spcBef>
                  <a:spcPts val="750"/>
                </a:spcBef>
                <a:spcAft>
                  <a:spcPts val="0"/>
                </a:spcAft>
                <a:buNone/>
              </a:pPr>
              <a:r>
                <a:rPr lang="en-US" sz="1300" i="1">
                  <a:solidFill>
                    <a:srgbClr val="64748B"/>
                  </a:solidFill>
                  <a:latin typeface="Calibri"/>
                  <a:ea typeface="Calibri"/>
                  <a:cs typeface="Calibri"/>
                  <a:sym typeface="Calibri"/>
                </a:rPr>
                <a:t>Location ID tie-breaking is inconsistent for same priority scores.</a:t>
              </a:r>
              <a:endParaRPr sz="1300" i="1">
                <a:solidFill>
                  <a:srgbClr val="64748B"/>
                </a:solidFill>
                <a:latin typeface="Calibri"/>
                <a:ea typeface="Calibri"/>
                <a:cs typeface="Calibri"/>
                <a:sym typeface="Calibri"/>
              </a:endParaRPr>
            </a:p>
          </p:txBody>
        </p:sp>
      </p:grpSp>
      <p:grpSp>
        <p:nvGrpSpPr>
          <p:cNvPr id="396" name="Google Shape;396;p46"/>
          <p:cNvGrpSpPr/>
          <p:nvPr/>
        </p:nvGrpSpPr>
        <p:grpSpPr>
          <a:xfrm>
            <a:off x="7140675" y="2248475"/>
            <a:ext cx="3048000" cy="2667000"/>
            <a:chOff x="7143750" y="1714500"/>
            <a:chExt cx="3048000" cy="2667000"/>
          </a:xfrm>
        </p:grpSpPr>
        <p:sp>
          <p:nvSpPr>
            <p:cNvPr id="397" name="Google Shape;397;p46"/>
            <p:cNvSpPr/>
            <p:nvPr/>
          </p:nvSpPr>
          <p:spPr>
            <a:xfrm>
              <a:off x="7143750" y="1714500"/>
              <a:ext cx="3048000" cy="2667000"/>
            </a:xfrm>
            <a:prstGeom prst="roundRect">
              <a:avLst>
                <a:gd name="adj" fmla="val 5357"/>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8" name="Google Shape;398;p46"/>
            <p:cNvSpPr txBox="1"/>
            <p:nvPr/>
          </p:nvSpPr>
          <p:spPr>
            <a:xfrm>
              <a:off x="7334250" y="1905000"/>
              <a:ext cx="2667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dirty="0">
                  <a:solidFill>
                    <a:srgbClr val="002060"/>
                  </a:solidFill>
                  <a:latin typeface="Calibri"/>
                  <a:ea typeface="Calibri"/>
                  <a:cs typeface="Calibri"/>
                  <a:sym typeface="Calibri"/>
                </a:rPr>
                <a:t>Dataset C</a:t>
              </a:r>
              <a:endParaRPr sz="2000" b="1" dirty="0">
                <a:solidFill>
                  <a:srgbClr val="002060"/>
                </a:solidFill>
                <a:latin typeface="Calibri"/>
                <a:ea typeface="Calibri"/>
                <a:cs typeface="Calibri"/>
                <a:sym typeface="Calibri"/>
              </a:endParaRPr>
            </a:p>
          </p:txBody>
        </p:sp>
        <p:sp>
          <p:nvSpPr>
            <p:cNvPr id="399" name="Google Shape;399;p46"/>
            <p:cNvSpPr txBox="1"/>
            <p:nvPr/>
          </p:nvSpPr>
          <p:spPr>
            <a:xfrm>
              <a:off x="7334250" y="2381250"/>
              <a:ext cx="2667000" cy="1809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dirty="0">
                  <a:solidFill>
                    <a:srgbClr val="1E293B"/>
                  </a:solidFill>
                  <a:latin typeface="Calibri"/>
                  <a:ea typeface="Calibri"/>
                  <a:cs typeface="Calibri"/>
                  <a:sym typeface="Calibri"/>
                </a:rPr>
                <a:t>Partially Ordered</a:t>
              </a:r>
              <a:endParaRPr sz="1300" b="1" dirty="0">
                <a:solidFill>
                  <a:srgbClr val="1E293B"/>
                </a:solidFill>
                <a:latin typeface="Calibri"/>
                <a:ea typeface="Calibri"/>
                <a:cs typeface="Calibri"/>
                <a:sym typeface="Calibri"/>
              </a:endParaRPr>
            </a:p>
            <a:p>
              <a:pPr marL="0" lvl="0" indent="0" algn="l" rtl="0">
                <a:spcBef>
                  <a:spcPts val="600"/>
                </a:spcBef>
                <a:spcAft>
                  <a:spcPts val="0"/>
                </a:spcAft>
                <a:buNone/>
              </a:pPr>
              <a:r>
                <a:rPr lang="en-US" sz="1300" dirty="0">
                  <a:solidFill>
                    <a:srgbClr val="334155"/>
                  </a:solidFill>
                  <a:latin typeface="Calibri"/>
                  <a:ea typeface="Calibri"/>
                  <a:cs typeface="Calibri"/>
                  <a:sym typeface="Calibri"/>
                </a:rPr>
                <a:t>General descending order with many duplicate priority values.</a:t>
              </a:r>
              <a:endParaRPr sz="1300" dirty="0">
                <a:solidFill>
                  <a:srgbClr val="334155"/>
                </a:solidFill>
                <a:latin typeface="Calibri"/>
                <a:ea typeface="Calibri"/>
                <a:cs typeface="Calibri"/>
                <a:sym typeface="Calibri"/>
              </a:endParaRPr>
            </a:p>
            <a:p>
              <a:pPr marL="0" lvl="0" indent="0" algn="l" rtl="0">
                <a:spcBef>
                  <a:spcPts val="750"/>
                </a:spcBef>
                <a:spcAft>
                  <a:spcPts val="0"/>
                </a:spcAft>
                <a:buNone/>
              </a:pPr>
              <a:r>
                <a:rPr lang="en-US" sz="1300" i="1" dirty="0">
                  <a:solidFill>
                    <a:srgbClr val="64748B"/>
                  </a:solidFill>
                  <a:latin typeface="Calibri"/>
                  <a:ea typeface="Calibri"/>
                  <a:cs typeface="Calibri"/>
                  <a:sym typeface="Calibri"/>
                </a:rPr>
                <a:t>Tie-breaking via Location ID is not consistently sorted.</a:t>
              </a:r>
              <a:endParaRPr sz="1300" i="1" dirty="0">
                <a:solidFill>
                  <a:srgbClr val="64748B"/>
                </a:solidFill>
                <a:latin typeface="Calibri"/>
                <a:ea typeface="Calibri"/>
                <a:cs typeface="Calibri"/>
                <a:sym typeface="Calibri"/>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7073"/>
    </mc:Choice>
    <mc:Fallback xmlns="">
      <p:transition spd="slow" advTm="707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50"/>
        <p:cNvGrpSpPr/>
        <p:nvPr/>
      </p:nvGrpSpPr>
      <p:grpSpPr>
        <a:xfrm>
          <a:off x="0" y="0"/>
          <a:ext cx="0" cy="0"/>
          <a:chOff x="0" y="0"/>
          <a:chExt cx="0" cy="0"/>
        </a:xfrm>
      </p:grpSpPr>
      <p:sp>
        <p:nvSpPr>
          <p:cNvPr id="451" name="Google Shape;451;p50"/>
          <p:cNvSpPr txBox="1">
            <a:spLocks noGrp="1"/>
          </p:cNvSpPr>
          <p:nvPr>
            <p:ph type="sldNum" idx="12"/>
          </p:nvPr>
        </p:nvSpPr>
        <p:spPr>
          <a:xfrm>
            <a:off x="90678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pic>
        <p:nvPicPr>
          <p:cNvPr id="452" name="Google Shape;452;p50"/>
          <p:cNvPicPr preferRelativeResize="0"/>
          <p:nvPr/>
        </p:nvPicPr>
        <p:blipFill rotWithShape="1">
          <a:blip r:embed="rId4">
            <a:alphaModFix/>
          </a:blip>
          <a:srcRect t="80" b="90"/>
          <a:stretch/>
        </p:blipFill>
        <p:spPr>
          <a:xfrm>
            <a:off x="11059287" y="6095743"/>
            <a:ext cx="413400" cy="521100"/>
          </a:xfrm>
          <a:prstGeom prst="rect">
            <a:avLst/>
          </a:prstGeom>
          <a:noFill/>
          <a:ln>
            <a:noFill/>
          </a:ln>
        </p:spPr>
      </p:pic>
      <p:grpSp>
        <p:nvGrpSpPr>
          <p:cNvPr id="453" name="Google Shape;453;p50"/>
          <p:cNvGrpSpPr/>
          <p:nvPr/>
        </p:nvGrpSpPr>
        <p:grpSpPr>
          <a:xfrm>
            <a:off x="1066800" y="1730100"/>
            <a:ext cx="3048000" cy="4000500"/>
            <a:chOff x="399725" y="1261675"/>
            <a:chExt cx="3048000" cy="4000500"/>
          </a:xfrm>
        </p:grpSpPr>
        <p:sp>
          <p:nvSpPr>
            <p:cNvPr id="454" name="Google Shape;454;p50"/>
            <p:cNvSpPr/>
            <p:nvPr/>
          </p:nvSpPr>
          <p:spPr>
            <a:xfrm>
              <a:off x="399725" y="1261675"/>
              <a:ext cx="3048000" cy="4000500"/>
            </a:xfrm>
            <a:prstGeom prst="roundRect">
              <a:avLst>
                <a:gd name="adj" fmla="val 4687"/>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5" name="Google Shape;455;p50"/>
            <p:cNvSpPr txBox="1"/>
            <p:nvPr/>
          </p:nvSpPr>
          <p:spPr>
            <a:xfrm>
              <a:off x="399725" y="1261675"/>
              <a:ext cx="3048000" cy="4000500"/>
            </a:xfrm>
            <a:prstGeom prst="rect">
              <a:avLst/>
            </a:prstGeom>
            <a:solidFill>
              <a:srgbClr val="000000">
                <a:alpha val="0"/>
              </a:srgbClr>
            </a:solidFill>
            <a:ln>
              <a:noFill/>
            </a:ln>
          </p:spPr>
          <p:txBody>
            <a:bodyPr spcFirstLastPara="1" wrap="square" lIns="238125" tIns="238125" rIns="238125" bIns="238125" anchor="t" anchorCtr="0">
              <a:noAutofit/>
            </a:bodyPr>
            <a:lstStyle/>
            <a:p>
              <a:pPr marL="0" lvl="0" indent="0" algn="l" rtl="0">
                <a:spcBef>
                  <a:spcPts val="0"/>
                </a:spcBef>
                <a:spcAft>
                  <a:spcPts val="0"/>
                </a:spcAft>
                <a:buNone/>
              </a:pPr>
              <a:r>
                <a:rPr lang="en-US" sz="2000" b="1">
                  <a:solidFill>
                    <a:srgbClr val="002060"/>
                  </a:solidFill>
                  <a:latin typeface="Calibri"/>
                  <a:ea typeface="Calibri"/>
                  <a:cs typeface="Calibri"/>
                  <a:sym typeface="Calibri"/>
                </a:rPr>
                <a:t>Dataset A</a:t>
              </a:r>
              <a:endParaRPr sz="2000" b="1">
                <a:solidFill>
                  <a:srgbClr val="002060"/>
                </a:solidFill>
                <a:latin typeface="Calibri"/>
                <a:ea typeface="Calibri"/>
                <a:cs typeface="Calibri"/>
                <a:sym typeface="Calibri"/>
              </a:endParaRPr>
            </a:p>
            <a:p>
              <a:pPr marL="0" lvl="0" indent="0" algn="l" rtl="0">
                <a:spcBef>
                  <a:spcPts val="1125"/>
                </a:spcBef>
                <a:spcAft>
                  <a:spcPts val="0"/>
                </a:spcAft>
                <a:buNone/>
              </a:pPr>
              <a:r>
                <a:rPr lang="en-US" sz="1300" b="1">
                  <a:solidFill>
                    <a:srgbClr val="1E293B"/>
                  </a:solidFill>
                  <a:latin typeface="Calibri"/>
                  <a:ea typeface="Calibri"/>
                  <a:cs typeface="Calibri"/>
                  <a:sym typeface="Calibri"/>
                </a:rPr>
                <a:t>Bubble Sort is the fastest.</a:t>
              </a:r>
              <a:endParaRPr sz="1300" b="1">
                <a:solidFill>
                  <a:srgbClr val="1E293B"/>
                </a:solidFill>
                <a:latin typeface="Calibri"/>
                <a:ea typeface="Calibri"/>
                <a:cs typeface="Calibri"/>
                <a:sym typeface="Calibri"/>
              </a:endParaRPr>
            </a:p>
            <a:p>
              <a:pPr marL="0" lvl="0" indent="0" algn="l" rtl="0">
                <a:spcBef>
                  <a:spcPts val="750"/>
                </a:spcBef>
                <a:spcAft>
                  <a:spcPts val="0"/>
                </a:spcAft>
                <a:buNone/>
              </a:pPr>
              <a:r>
                <a:rPr lang="en-US" sz="1300" b="0">
                  <a:solidFill>
                    <a:srgbClr val="475569"/>
                  </a:solidFill>
                  <a:latin typeface="Calibri"/>
                  <a:ea typeface="Calibri"/>
                  <a:cs typeface="Calibri"/>
                  <a:sym typeface="Calibri"/>
                </a:rPr>
                <a:t>Reasons: Data is nearly sorted,</a:t>
              </a:r>
              <a:r>
                <a:rPr lang="en-US" sz="1300">
                  <a:solidFill>
                    <a:srgbClr val="475569"/>
                  </a:solidFill>
                  <a:latin typeface="Calibri"/>
                  <a:ea typeface="Calibri"/>
                  <a:cs typeface="Calibri"/>
                  <a:sym typeface="Calibri"/>
                </a:rPr>
                <a:t> </a:t>
              </a:r>
              <a:r>
                <a:rPr lang="en-US" sz="1300" b="0">
                  <a:solidFill>
                    <a:srgbClr val="475569"/>
                  </a:solidFill>
                  <a:latin typeface="Calibri"/>
                  <a:ea typeface="Calibri"/>
                  <a:cs typeface="Calibri"/>
                  <a:sym typeface="Calibri"/>
                </a:rPr>
                <a:t>approaching the best-case scenario. The optimized version stops early when no swaps occur.</a:t>
              </a:r>
              <a:endParaRPr sz="1300" b="0">
                <a:solidFill>
                  <a:srgbClr val="475569"/>
                </a:solidFill>
                <a:latin typeface="Calibri"/>
                <a:ea typeface="Calibri"/>
                <a:cs typeface="Calibri"/>
                <a:sym typeface="Calibri"/>
              </a:endParaRPr>
            </a:p>
            <a:p>
              <a:pPr marL="0" lvl="0" indent="0" algn="l" rtl="0">
                <a:spcBef>
                  <a:spcPts val="1125"/>
                </a:spcBef>
                <a:spcAft>
                  <a:spcPts val="0"/>
                </a:spcAft>
                <a:buNone/>
              </a:pPr>
              <a:r>
                <a:rPr lang="en-US" sz="1300" b="0">
                  <a:solidFill>
                    <a:srgbClr val="475569"/>
                  </a:solidFill>
                  <a:latin typeface="Calibri"/>
                  <a:ea typeface="Calibri"/>
                  <a:cs typeface="Calibri"/>
                  <a:sym typeface="Calibri"/>
                </a:rPr>
                <a:t>Merge and Quick Sort still process the whole dataset at O(nlogn).</a:t>
              </a:r>
              <a:endParaRPr sz="1300" b="0">
                <a:solidFill>
                  <a:srgbClr val="475569"/>
                </a:solidFill>
                <a:latin typeface="Calibri"/>
                <a:ea typeface="Calibri"/>
                <a:cs typeface="Calibri"/>
                <a:sym typeface="Calibri"/>
              </a:endParaRPr>
            </a:p>
          </p:txBody>
        </p:sp>
      </p:grpSp>
      <p:sp>
        <p:nvSpPr>
          <p:cNvPr id="456" name="Google Shape;456;p50"/>
          <p:cNvSpPr txBox="1">
            <a:spLocks noGrp="1"/>
          </p:cNvSpPr>
          <p:nvPr>
            <p:ph type="title"/>
          </p:nvPr>
        </p:nvSpPr>
        <p:spPr>
          <a:xfrm>
            <a:off x="571500" y="381000"/>
            <a:ext cx="10515600" cy="952500"/>
          </a:xfrm>
          <a:prstGeom prst="rect">
            <a:avLst/>
          </a:prstGeom>
          <a:solidFill>
            <a:srgbClr val="000000">
              <a:alpha val="0"/>
            </a:srgbClr>
          </a:solidFill>
          <a:ln>
            <a:noFill/>
          </a:ln>
        </p:spPr>
        <p:txBody>
          <a:bodyPr spcFirstLastPara="1" wrap="square" lIns="190500" tIns="0" rIns="0" bIns="0" anchor="ctr" anchorCtr="0">
            <a:normAutofit/>
          </a:bodyPr>
          <a:lstStyle/>
          <a:p>
            <a:pPr marL="0" lvl="0" indent="0" algn="l" rtl="0">
              <a:spcBef>
                <a:spcPts val="0"/>
              </a:spcBef>
              <a:spcAft>
                <a:spcPts val="0"/>
              </a:spcAft>
              <a:buNone/>
            </a:pPr>
            <a:r>
              <a:rPr lang="en-US"/>
              <a:t>Task A - </a:t>
            </a:r>
            <a:r>
              <a:rPr lang="en-US" b="1">
                <a:solidFill>
                  <a:srgbClr val="002060"/>
                </a:solidFill>
                <a:latin typeface="Calibri"/>
                <a:ea typeface="Calibri"/>
                <a:cs typeface="Calibri"/>
                <a:sym typeface="Calibri"/>
              </a:rPr>
              <a:t>Analysis</a:t>
            </a:r>
            <a:endParaRPr b="1">
              <a:solidFill>
                <a:srgbClr val="002060"/>
              </a:solidFill>
              <a:latin typeface="Calibri"/>
              <a:ea typeface="Calibri"/>
              <a:cs typeface="Calibri"/>
              <a:sym typeface="Calibri"/>
            </a:endParaRPr>
          </a:p>
        </p:txBody>
      </p:sp>
      <p:grpSp>
        <p:nvGrpSpPr>
          <p:cNvPr id="457" name="Google Shape;457;p50"/>
          <p:cNvGrpSpPr/>
          <p:nvPr/>
        </p:nvGrpSpPr>
        <p:grpSpPr>
          <a:xfrm>
            <a:off x="4305300" y="1730100"/>
            <a:ext cx="3048000" cy="4000500"/>
            <a:chOff x="3638225" y="1261675"/>
            <a:chExt cx="3048000" cy="4000500"/>
          </a:xfrm>
        </p:grpSpPr>
        <p:sp>
          <p:nvSpPr>
            <p:cNvPr id="458" name="Google Shape;458;p50"/>
            <p:cNvSpPr/>
            <p:nvPr/>
          </p:nvSpPr>
          <p:spPr>
            <a:xfrm>
              <a:off x="3638225" y="1261675"/>
              <a:ext cx="3048000" cy="4000500"/>
            </a:xfrm>
            <a:prstGeom prst="roundRect">
              <a:avLst>
                <a:gd name="adj" fmla="val 4687"/>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9" name="Google Shape;459;p50"/>
            <p:cNvSpPr txBox="1"/>
            <p:nvPr/>
          </p:nvSpPr>
          <p:spPr>
            <a:xfrm>
              <a:off x="3638225" y="1261675"/>
              <a:ext cx="3048000" cy="4000500"/>
            </a:xfrm>
            <a:prstGeom prst="rect">
              <a:avLst/>
            </a:prstGeom>
            <a:solidFill>
              <a:srgbClr val="000000">
                <a:alpha val="0"/>
              </a:srgbClr>
            </a:solidFill>
            <a:ln>
              <a:noFill/>
            </a:ln>
          </p:spPr>
          <p:txBody>
            <a:bodyPr spcFirstLastPara="1" wrap="square" lIns="238125" tIns="238125" rIns="238125" bIns="238125" anchor="t" anchorCtr="0">
              <a:noAutofit/>
            </a:bodyPr>
            <a:lstStyle/>
            <a:p>
              <a:pPr marL="0" lvl="0" indent="0" algn="l" rtl="0">
                <a:spcBef>
                  <a:spcPts val="0"/>
                </a:spcBef>
                <a:spcAft>
                  <a:spcPts val="0"/>
                </a:spcAft>
                <a:buNone/>
              </a:pPr>
              <a:r>
                <a:rPr lang="en-US" sz="2000" b="1">
                  <a:solidFill>
                    <a:srgbClr val="002060"/>
                  </a:solidFill>
                  <a:latin typeface="Calibri"/>
                  <a:ea typeface="Calibri"/>
                  <a:cs typeface="Calibri"/>
                  <a:sym typeface="Calibri"/>
                </a:rPr>
                <a:t>Dataset B</a:t>
              </a:r>
              <a:endParaRPr sz="2000" b="1">
                <a:solidFill>
                  <a:srgbClr val="002060"/>
                </a:solidFill>
                <a:latin typeface="Calibri"/>
                <a:ea typeface="Calibri"/>
                <a:cs typeface="Calibri"/>
                <a:sym typeface="Calibri"/>
              </a:endParaRPr>
            </a:p>
            <a:p>
              <a:pPr marL="0" lvl="0" indent="0" algn="l" rtl="0">
                <a:spcBef>
                  <a:spcPts val="1125"/>
                </a:spcBef>
                <a:spcAft>
                  <a:spcPts val="0"/>
                </a:spcAft>
                <a:buNone/>
              </a:pPr>
              <a:r>
                <a:rPr lang="en-US" sz="1300" b="1">
                  <a:solidFill>
                    <a:srgbClr val="1E293B"/>
                  </a:solidFill>
                  <a:latin typeface="Calibri"/>
                  <a:ea typeface="Calibri"/>
                  <a:cs typeface="Calibri"/>
                  <a:sym typeface="Calibri"/>
                </a:rPr>
                <a:t>Merge Sort is the fastest.</a:t>
              </a:r>
              <a:endParaRPr sz="1300" b="1">
                <a:solidFill>
                  <a:srgbClr val="1E293B"/>
                </a:solidFill>
                <a:latin typeface="Calibri"/>
                <a:ea typeface="Calibri"/>
                <a:cs typeface="Calibri"/>
                <a:sym typeface="Calibri"/>
              </a:endParaRPr>
            </a:p>
            <a:p>
              <a:pPr marL="0" lvl="0" indent="0" algn="l" rtl="0">
                <a:spcBef>
                  <a:spcPts val="750"/>
                </a:spcBef>
                <a:spcAft>
                  <a:spcPts val="0"/>
                </a:spcAft>
                <a:buNone/>
              </a:pPr>
              <a:r>
                <a:rPr lang="en-US" sz="1300" b="0">
                  <a:solidFill>
                    <a:srgbClr val="475569"/>
                  </a:solidFill>
                  <a:latin typeface="Calibri"/>
                  <a:ea typeface="Calibri"/>
                  <a:cs typeface="Calibri"/>
                  <a:sym typeface="Calibri"/>
                </a:rPr>
                <a:t>Reasons: Merge and Quick Sort average O(nlogn).</a:t>
              </a:r>
              <a:endParaRPr sz="1300" b="0">
                <a:solidFill>
                  <a:srgbClr val="475569"/>
                </a:solidFill>
                <a:latin typeface="Calibri"/>
                <a:ea typeface="Calibri"/>
                <a:cs typeface="Calibri"/>
                <a:sym typeface="Calibri"/>
              </a:endParaRPr>
            </a:p>
            <a:p>
              <a:pPr marL="0" lvl="0" indent="0" algn="l" rtl="0">
                <a:spcBef>
                  <a:spcPts val="750"/>
                </a:spcBef>
                <a:spcAft>
                  <a:spcPts val="0"/>
                </a:spcAft>
                <a:buNone/>
              </a:pPr>
              <a:r>
                <a:rPr lang="en-US" sz="1300" b="0">
                  <a:solidFill>
                    <a:srgbClr val="475569"/>
                  </a:solidFill>
                  <a:latin typeface="Calibri"/>
                  <a:ea typeface="Calibri"/>
                  <a:cs typeface="Calibri"/>
                  <a:sym typeface="Calibri"/>
                </a:rPr>
                <a:t>Quick Sort speed depends on pivot choice; our first-element pivot may affect runtime.</a:t>
              </a:r>
              <a:endParaRPr sz="1300" b="0">
                <a:solidFill>
                  <a:srgbClr val="475569"/>
                </a:solidFill>
                <a:latin typeface="Calibri"/>
                <a:ea typeface="Calibri"/>
                <a:cs typeface="Calibri"/>
                <a:sym typeface="Calibri"/>
              </a:endParaRPr>
            </a:p>
            <a:p>
              <a:pPr marL="0" lvl="0" indent="0" algn="l" rtl="0">
                <a:spcBef>
                  <a:spcPts val="750"/>
                </a:spcBef>
                <a:spcAft>
                  <a:spcPts val="0"/>
                </a:spcAft>
                <a:buNone/>
              </a:pPr>
              <a:r>
                <a:rPr lang="en-US" sz="1300" b="0">
                  <a:solidFill>
                    <a:srgbClr val="475569"/>
                  </a:solidFill>
                  <a:latin typeface="Calibri"/>
                  <a:ea typeface="Calibri"/>
                  <a:cs typeface="Calibri"/>
                  <a:sym typeface="Calibri"/>
                </a:rPr>
                <a:t>Random order forces Bubble Sort into O(n²) complexity.</a:t>
              </a:r>
              <a:endParaRPr sz="1300" b="0">
                <a:solidFill>
                  <a:srgbClr val="475569"/>
                </a:solidFill>
                <a:latin typeface="Calibri"/>
                <a:ea typeface="Calibri"/>
                <a:cs typeface="Calibri"/>
                <a:sym typeface="Calibri"/>
              </a:endParaRPr>
            </a:p>
          </p:txBody>
        </p:sp>
      </p:grpSp>
      <p:grpSp>
        <p:nvGrpSpPr>
          <p:cNvPr id="460" name="Google Shape;460;p50"/>
          <p:cNvGrpSpPr/>
          <p:nvPr/>
        </p:nvGrpSpPr>
        <p:grpSpPr>
          <a:xfrm>
            <a:off x="7543800" y="1730100"/>
            <a:ext cx="3048000" cy="4000500"/>
            <a:chOff x="6876725" y="1261675"/>
            <a:chExt cx="3048000" cy="4000500"/>
          </a:xfrm>
        </p:grpSpPr>
        <p:sp>
          <p:nvSpPr>
            <p:cNvPr id="461" name="Google Shape;461;p50"/>
            <p:cNvSpPr/>
            <p:nvPr/>
          </p:nvSpPr>
          <p:spPr>
            <a:xfrm>
              <a:off x="6876725" y="1261675"/>
              <a:ext cx="3048000" cy="4000500"/>
            </a:xfrm>
            <a:prstGeom prst="roundRect">
              <a:avLst>
                <a:gd name="adj" fmla="val 4687"/>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2" name="Google Shape;462;p50"/>
            <p:cNvSpPr txBox="1"/>
            <p:nvPr/>
          </p:nvSpPr>
          <p:spPr>
            <a:xfrm>
              <a:off x="6876725" y="1261675"/>
              <a:ext cx="3048000" cy="4000500"/>
            </a:xfrm>
            <a:prstGeom prst="rect">
              <a:avLst/>
            </a:prstGeom>
            <a:solidFill>
              <a:srgbClr val="000000">
                <a:alpha val="0"/>
              </a:srgbClr>
            </a:solidFill>
            <a:ln>
              <a:noFill/>
            </a:ln>
          </p:spPr>
          <p:txBody>
            <a:bodyPr spcFirstLastPara="1" wrap="square" lIns="238125" tIns="238125" rIns="238125" bIns="238125" anchor="t" anchorCtr="0">
              <a:noAutofit/>
            </a:bodyPr>
            <a:lstStyle/>
            <a:p>
              <a:pPr marL="0" lvl="0" indent="0" algn="l" rtl="0">
                <a:spcBef>
                  <a:spcPts val="0"/>
                </a:spcBef>
                <a:spcAft>
                  <a:spcPts val="0"/>
                </a:spcAft>
                <a:buNone/>
              </a:pPr>
              <a:r>
                <a:rPr lang="en-US" sz="2000" b="1">
                  <a:solidFill>
                    <a:srgbClr val="002060"/>
                  </a:solidFill>
                  <a:latin typeface="Calibri"/>
                  <a:ea typeface="Calibri"/>
                  <a:cs typeface="Calibri"/>
                  <a:sym typeface="Calibri"/>
                </a:rPr>
                <a:t>Dataset C</a:t>
              </a:r>
              <a:endParaRPr sz="2000" b="1">
                <a:solidFill>
                  <a:srgbClr val="002060"/>
                </a:solidFill>
                <a:latin typeface="Calibri"/>
                <a:ea typeface="Calibri"/>
                <a:cs typeface="Calibri"/>
                <a:sym typeface="Calibri"/>
              </a:endParaRPr>
            </a:p>
            <a:p>
              <a:pPr marL="0" lvl="0" indent="0" algn="l" rtl="0">
                <a:spcBef>
                  <a:spcPts val="1125"/>
                </a:spcBef>
                <a:spcAft>
                  <a:spcPts val="0"/>
                </a:spcAft>
                <a:buNone/>
              </a:pPr>
              <a:r>
                <a:rPr lang="en-US" sz="1300" b="1">
                  <a:solidFill>
                    <a:srgbClr val="1E293B"/>
                  </a:solidFill>
                  <a:latin typeface="Calibri"/>
                  <a:ea typeface="Calibri"/>
                  <a:cs typeface="Calibri"/>
                  <a:sym typeface="Calibri"/>
                </a:rPr>
                <a:t>Merge Sort is the fastest.</a:t>
              </a:r>
              <a:endParaRPr sz="1300" b="1">
                <a:solidFill>
                  <a:srgbClr val="1E293B"/>
                </a:solidFill>
                <a:latin typeface="Calibri"/>
                <a:ea typeface="Calibri"/>
                <a:cs typeface="Calibri"/>
                <a:sym typeface="Calibri"/>
              </a:endParaRPr>
            </a:p>
            <a:p>
              <a:pPr marL="0" lvl="0" indent="0" algn="l" rtl="0">
                <a:spcBef>
                  <a:spcPts val="750"/>
                </a:spcBef>
                <a:spcAft>
                  <a:spcPts val="0"/>
                </a:spcAft>
                <a:buNone/>
              </a:pPr>
              <a:r>
                <a:rPr lang="en-US" sz="1300" b="0">
                  <a:solidFill>
                    <a:srgbClr val="475569"/>
                  </a:solidFill>
                  <a:latin typeface="Calibri"/>
                  <a:ea typeface="Calibri"/>
                  <a:cs typeface="Calibri"/>
                  <a:sym typeface="Calibri"/>
                </a:rPr>
                <a:t>Reasons: While priority scores are descending, duplicates require secondary sorting. Merge Sort handles this stably at O(nlogn).</a:t>
              </a:r>
              <a:endParaRPr sz="1300" b="0">
                <a:solidFill>
                  <a:srgbClr val="475569"/>
                </a:solidFill>
                <a:latin typeface="Calibri"/>
                <a:ea typeface="Calibri"/>
                <a:cs typeface="Calibri"/>
                <a:sym typeface="Calibri"/>
              </a:endParaRPr>
            </a:p>
            <a:p>
              <a:pPr marL="0" lvl="0" indent="0" algn="l" rtl="0">
                <a:spcBef>
                  <a:spcPts val="750"/>
                </a:spcBef>
                <a:spcAft>
                  <a:spcPts val="0"/>
                </a:spcAft>
                <a:buNone/>
              </a:pPr>
              <a:r>
                <a:rPr lang="en-US" sz="1300" b="0">
                  <a:solidFill>
                    <a:srgbClr val="475569"/>
                  </a:solidFill>
                  <a:latin typeface="Calibri"/>
                  <a:ea typeface="Calibri"/>
                  <a:cs typeface="Calibri"/>
                  <a:sym typeface="Calibri"/>
                </a:rPr>
                <a:t>Quick Sort speed depends on pivot choice.</a:t>
              </a:r>
              <a:endParaRPr sz="1300" b="0">
                <a:solidFill>
                  <a:srgbClr val="475569"/>
                </a:solidFill>
                <a:latin typeface="Calibri"/>
                <a:ea typeface="Calibri"/>
                <a:cs typeface="Calibri"/>
                <a:sym typeface="Calibri"/>
              </a:endParaRPr>
            </a:p>
            <a:p>
              <a:pPr marL="0" lvl="0" indent="0" algn="l" rtl="0">
                <a:spcBef>
                  <a:spcPts val="750"/>
                </a:spcBef>
                <a:spcAft>
                  <a:spcPts val="0"/>
                </a:spcAft>
                <a:buNone/>
              </a:pPr>
              <a:r>
                <a:rPr lang="en-US" sz="1300" b="0">
                  <a:solidFill>
                    <a:srgbClr val="475569"/>
                  </a:solidFill>
                  <a:latin typeface="Calibri"/>
                  <a:ea typeface="Calibri"/>
                  <a:cs typeface="Calibri"/>
                  <a:sym typeface="Calibri"/>
                </a:rPr>
                <a:t>Bubble Sort performs better here than on Dataset B but still requires swaps.</a:t>
              </a:r>
              <a:endParaRPr sz="1300" b="0">
                <a:solidFill>
                  <a:srgbClr val="475569"/>
                </a:solidFill>
                <a:latin typeface="Calibri"/>
                <a:ea typeface="Calibri"/>
                <a:cs typeface="Calibri"/>
                <a:sym typeface="Calibri"/>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8230"/>
    </mc:Choice>
    <mc:Fallback xmlns="">
      <p:transition spd="slow" advTm="3823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5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Task A - Additional Experiment - Different Pivot Types</a:t>
            </a:r>
            <a:endParaRPr dirty="0"/>
          </a:p>
          <a:p>
            <a:pPr marL="0" lvl="0" indent="0" algn="l" rtl="0">
              <a:spcBef>
                <a:spcPts val="0"/>
              </a:spcBef>
              <a:spcAft>
                <a:spcPts val="0"/>
              </a:spcAft>
              <a:buNone/>
            </a:pPr>
            <a:r>
              <a:rPr lang="en-US" dirty="0"/>
              <a:t> </a:t>
            </a:r>
            <a:endParaRPr dirty="0"/>
          </a:p>
        </p:txBody>
      </p:sp>
      <p:grpSp>
        <p:nvGrpSpPr>
          <p:cNvPr id="469" name="Google Shape;469;p51"/>
          <p:cNvGrpSpPr/>
          <p:nvPr/>
        </p:nvGrpSpPr>
        <p:grpSpPr>
          <a:xfrm>
            <a:off x="1099275" y="1595825"/>
            <a:ext cx="9525000" cy="4953000"/>
            <a:chOff x="1333500" y="1143000"/>
            <a:chExt cx="9525000" cy="4953000"/>
          </a:xfrm>
        </p:grpSpPr>
        <p:sp>
          <p:nvSpPr>
            <p:cNvPr id="470" name="Google Shape;470;p51"/>
            <p:cNvSpPr/>
            <p:nvPr/>
          </p:nvSpPr>
          <p:spPr>
            <a:xfrm>
              <a:off x="1333500" y="1524000"/>
              <a:ext cx="9525000" cy="4572000"/>
            </a:xfrm>
            <a:prstGeom prst="roundRect">
              <a:avLst>
                <a:gd name="adj" fmla="val 3125"/>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471" name="Google Shape;471;p51"/>
            <p:cNvGrpSpPr/>
            <p:nvPr/>
          </p:nvGrpSpPr>
          <p:grpSpPr>
            <a:xfrm>
              <a:off x="1524000" y="1905000"/>
              <a:ext cx="571500" cy="3714750"/>
              <a:chOff x="1524000" y="1905000"/>
              <a:chExt cx="571500" cy="3714750"/>
            </a:xfrm>
          </p:grpSpPr>
          <p:cxnSp>
            <p:nvCxnSpPr>
              <p:cNvPr id="472" name="Google Shape;472;p51"/>
              <p:cNvCxnSpPr/>
              <p:nvPr/>
            </p:nvCxnSpPr>
            <p:spPr>
              <a:xfrm rot="10800000">
                <a:off x="2095500" y="1905000"/>
                <a:ext cx="0" cy="3619500"/>
              </a:xfrm>
              <a:prstGeom prst="straightConnector1">
                <a:avLst/>
              </a:prstGeom>
              <a:solidFill>
                <a:srgbClr val="FFFFFF"/>
              </a:solidFill>
              <a:ln w="19050" cap="flat" cmpd="sng">
                <a:solidFill>
                  <a:srgbClr val="94A3B8"/>
                </a:solidFill>
                <a:prstDash val="solid"/>
                <a:round/>
                <a:headEnd type="none" w="sm" len="sm"/>
                <a:tailEnd type="none" w="sm" len="sm"/>
              </a:ln>
            </p:spPr>
          </p:cxnSp>
          <p:sp>
            <p:nvSpPr>
              <p:cNvPr id="473" name="Google Shape;473;p51"/>
              <p:cNvSpPr txBox="1"/>
              <p:nvPr/>
            </p:nvSpPr>
            <p:spPr>
              <a:xfrm>
                <a:off x="1524000" y="5429250"/>
                <a:ext cx="476400" cy="1905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US" sz="1000">
                    <a:solidFill>
                      <a:srgbClr val="64748B"/>
                    </a:solidFill>
                    <a:latin typeface="Calibri"/>
                    <a:ea typeface="Calibri"/>
                    <a:cs typeface="Calibri"/>
                    <a:sym typeface="Calibri"/>
                  </a:rPr>
                  <a:t>0</a:t>
                </a:r>
                <a:endParaRPr sz="1000">
                  <a:solidFill>
                    <a:srgbClr val="64748B"/>
                  </a:solidFill>
                  <a:latin typeface="Calibri"/>
                  <a:ea typeface="Calibri"/>
                  <a:cs typeface="Calibri"/>
                  <a:sym typeface="Calibri"/>
                </a:endParaRPr>
              </a:p>
            </p:txBody>
          </p:sp>
          <p:sp>
            <p:nvSpPr>
              <p:cNvPr id="474" name="Google Shape;474;p51"/>
              <p:cNvSpPr txBox="1"/>
              <p:nvPr/>
            </p:nvSpPr>
            <p:spPr>
              <a:xfrm>
                <a:off x="1524000" y="4095750"/>
                <a:ext cx="476400" cy="1905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US" sz="1000">
                    <a:solidFill>
                      <a:srgbClr val="64748B"/>
                    </a:solidFill>
                    <a:latin typeface="Calibri"/>
                    <a:ea typeface="Calibri"/>
                    <a:cs typeface="Calibri"/>
                    <a:sym typeface="Calibri"/>
                  </a:rPr>
                  <a:t>0.3</a:t>
                </a:r>
                <a:endParaRPr sz="1000">
                  <a:solidFill>
                    <a:srgbClr val="64748B"/>
                  </a:solidFill>
                  <a:latin typeface="Calibri"/>
                  <a:ea typeface="Calibri"/>
                  <a:cs typeface="Calibri"/>
                  <a:sym typeface="Calibri"/>
                </a:endParaRPr>
              </a:p>
            </p:txBody>
          </p:sp>
          <p:sp>
            <p:nvSpPr>
              <p:cNvPr id="475" name="Google Shape;475;p51"/>
              <p:cNvSpPr txBox="1"/>
              <p:nvPr/>
            </p:nvSpPr>
            <p:spPr>
              <a:xfrm>
                <a:off x="1524000" y="2667000"/>
                <a:ext cx="476400" cy="1905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US" sz="1000">
                    <a:solidFill>
                      <a:srgbClr val="64748B"/>
                    </a:solidFill>
                    <a:latin typeface="Calibri"/>
                    <a:ea typeface="Calibri"/>
                    <a:cs typeface="Calibri"/>
                    <a:sym typeface="Calibri"/>
                  </a:rPr>
                  <a:t>0.6</a:t>
                </a:r>
                <a:endParaRPr sz="1000">
                  <a:solidFill>
                    <a:srgbClr val="64748B"/>
                  </a:solidFill>
                  <a:latin typeface="Calibri"/>
                  <a:ea typeface="Calibri"/>
                  <a:cs typeface="Calibri"/>
                  <a:sym typeface="Calibri"/>
                </a:endParaRPr>
              </a:p>
            </p:txBody>
          </p:sp>
        </p:grpSp>
        <p:cxnSp>
          <p:nvCxnSpPr>
            <p:cNvPr id="476" name="Google Shape;476;p51"/>
            <p:cNvCxnSpPr/>
            <p:nvPr/>
          </p:nvCxnSpPr>
          <p:spPr>
            <a:xfrm>
              <a:off x="2095500" y="5524500"/>
              <a:ext cx="8191500" cy="0"/>
            </a:xfrm>
            <a:prstGeom prst="straightConnector1">
              <a:avLst/>
            </a:prstGeom>
            <a:solidFill>
              <a:srgbClr val="FFFFFF"/>
            </a:solidFill>
            <a:ln w="19050" cap="flat" cmpd="sng">
              <a:solidFill>
                <a:srgbClr val="94A3B8"/>
              </a:solidFill>
              <a:prstDash val="solid"/>
              <a:round/>
              <a:headEnd type="none" w="sm" len="sm"/>
              <a:tailEnd type="none" w="sm" len="sm"/>
            </a:ln>
          </p:spPr>
        </p:cxnSp>
        <p:grpSp>
          <p:nvGrpSpPr>
            <p:cNvPr id="477" name="Google Shape;477;p51"/>
            <p:cNvGrpSpPr/>
            <p:nvPr/>
          </p:nvGrpSpPr>
          <p:grpSpPr>
            <a:xfrm>
              <a:off x="2476500" y="3076575"/>
              <a:ext cx="1381200" cy="2829075"/>
              <a:chOff x="2476500" y="3076575"/>
              <a:chExt cx="1381200" cy="2829075"/>
            </a:xfrm>
          </p:grpSpPr>
          <p:sp>
            <p:nvSpPr>
              <p:cNvPr id="478" name="Google Shape;478;p51"/>
              <p:cNvSpPr/>
              <p:nvPr/>
            </p:nvSpPr>
            <p:spPr>
              <a:xfrm>
                <a:off x="2476500" y="3362325"/>
                <a:ext cx="238200" cy="2162100"/>
              </a:xfrm>
              <a:prstGeom prst="rect">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9" name="Google Shape;479;p51"/>
              <p:cNvSpPr/>
              <p:nvPr/>
            </p:nvSpPr>
            <p:spPr>
              <a:xfrm>
                <a:off x="2762250" y="3076575"/>
                <a:ext cx="238200" cy="2448000"/>
              </a:xfrm>
              <a:prstGeom prst="rect">
                <a:avLst/>
              </a:prstGeom>
              <a:solidFill>
                <a:srgbClr val="EF444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0" name="Google Shape;480;p51"/>
              <p:cNvSpPr/>
              <p:nvPr/>
            </p:nvSpPr>
            <p:spPr>
              <a:xfrm>
                <a:off x="3048000" y="5457825"/>
                <a:ext cx="238200" cy="66600"/>
              </a:xfrm>
              <a:prstGeom prst="rect">
                <a:avLst/>
              </a:prstGeom>
              <a:solidFill>
                <a:srgbClr val="F59E0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1" name="Google Shape;481;p51"/>
              <p:cNvSpPr/>
              <p:nvPr/>
            </p:nvSpPr>
            <p:spPr>
              <a:xfrm>
                <a:off x="3333750" y="5438775"/>
                <a:ext cx="238200" cy="85800"/>
              </a:xfrm>
              <a:prstGeom prst="rect">
                <a:avLst/>
              </a:prstGeom>
              <a:solidFill>
                <a:srgbClr val="10B9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2" name="Google Shape;482;p51"/>
              <p:cNvSpPr/>
              <p:nvPr/>
            </p:nvSpPr>
            <p:spPr>
              <a:xfrm>
                <a:off x="3619500" y="5391150"/>
                <a:ext cx="238200" cy="133500"/>
              </a:xfrm>
              <a:prstGeom prst="rect">
                <a:avLst/>
              </a:prstGeom>
              <a:solidFill>
                <a:srgbClr val="8B5C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3" name="Google Shape;483;p51"/>
              <p:cNvSpPr txBox="1"/>
              <p:nvPr/>
            </p:nvSpPr>
            <p:spPr>
              <a:xfrm>
                <a:off x="2476500" y="5619750"/>
                <a:ext cx="13812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200" b="1">
                    <a:solidFill>
                      <a:srgbClr val="002060"/>
                    </a:solidFill>
                    <a:latin typeface="Calibri"/>
                    <a:ea typeface="Calibri"/>
                    <a:cs typeface="Calibri"/>
                    <a:sym typeface="Calibri"/>
                  </a:rPr>
                  <a:t>Dataset A</a:t>
                </a:r>
                <a:endParaRPr sz="1200" b="1">
                  <a:solidFill>
                    <a:srgbClr val="002060"/>
                  </a:solidFill>
                  <a:latin typeface="Calibri"/>
                  <a:ea typeface="Calibri"/>
                  <a:cs typeface="Calibri"/>
                  <a:sym typeface="Calibri"/>
                </a:endParaRPr>
              </a:p>
            </p:txBody>
          </p:sp>
        </p:grpSp>
        <p:grpSp>
          <p:nvGrpSpPr>
            <p:cNvPr id="484" name="Google Shape;484;p51"/>
            <p:cNvGrpSpPr/>
            <p:nvPr/>
          </p:nvGrpSpPr>
          <p:grpSpPr>
            <a:xfrm>
              <a:off x="4953000" y="5257800"/>
              <a:ext cx="1381200" cy="647850"/>
              <a:chOff x="4953000" y="5257800"/>
              <a:chExt cx="1381200" cy="647850"/>
            </a:xfrm>
          </p:grpSpPr>
          <p:sp>
            <p:nvSpPr>
              <p:cNvPr id="485" name="Google Shape;485;p51"/>
              <p:cNvSpPr/>
              <p:nvPr/>
            </p:nvSpPr>
            <p:spPr>
              <a:xfrm>
                <a:off x="4953000" y="5381625"/>
                <a:ext cx="238200" cy="142800"/>
              </a:xfrm>
              <a:prstGeom prst="rect">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6" name="Google Shape;486;p51"/>
              <p:cNvSpPr/>
              <p:nvPr/>
            </p:nvSpPr>
            <p:spPr>
              <a:xfrm>
                <a:off x="5238750" y="5381625"/>
                <a:ext cx="238200" cy="142800"/>
              </a:xfrm>
              <a:prstGeom prst="rect">
                <a:avLst/>
              </a:prstGeom>
              <a:solidFill>
                <a:srgbClr val="EF444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7" name="Google Shape;487;p51"/>
              <p:cNvSpPr/>
              <p:nvPr/>
            </p:nvSpPr>
            <p:spPr>
              <a:xfrm>
                <a:off x="5524500" y="5381625"/>
                <a:ext cx="238200" cy="142800"/>
              </a:xfrm>
              <a:prstGeom prst="rect">
                <a:avLst/>
              </a:prstGeom>
              <a:solidFill>
                <a:srgbClr val="F59E0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8" name="Google Shape;488;p51"/>
              <p:cNvSpPr/>
              <p:nvPr/>
            </p:nvSpPr>
            <p:spPr>
              <a:xfrm>
                <a:off x="5810250" y="5372100"/>
                <a:ext cx="238200" cy="152400"/>
              </a:xfrm>
              <a:prstGeom prst="rect">
                <a:avLst/>
              </a:prstGeom>
              <a:solidFill>
                <a:srgbClr val="10B9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9" name="Google Shape;489;p51"/>
              <p:cNvSpPr/>
              <p:nvPr/>
            </p:nvSpPr>
            <p:spPr>
              <a:xfrm>
                <a:off x="6096000" y="5257800"/>
                <a:ext cx="238200" cy="266700"/>
              </a:xfrm>
              <a:prstGeom prst="rect">
                <a:avLst/>
              </a:prstGeom>
              <a:solidFill>
                <a:srgbClr val="8B5C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0" name="Google Shape;490;p51"/>
              <p:cNvSpPr txBox="1"/>
              <p:nvPr/>
            </p:nvSpPr>
            <p:spPr>
              <a:xfrm>
                <a:off x="4953000" y="5619750"/>
                <a:ext cx="13812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200" b="1">
                    <a:solidFill>
                      <a:srgbClr val="002060"/>
                    </a:solidFill>
                    <a:latin typeface="Calibri"/>
                    <a:ea typeface="Calibri"/>
                    <a:cs typeface="Calibri"/>
                    <a:sym typeface="Calibri"/>
                  </a:rPr>
                  <a:t>Dataset B</a:t>
                </a:r>
                <a:endParaRPr sz="1200" b="1">
                  <a:solidFill>
                    <a:srgbClr val="002060"/>
                  </a:solidFill>
                  <a:latin typeface="Calibri"/>
                  <a:ea typeface="Calibri"/>
                  <a:cs typeface="Calibri"/>
                  <a:sym typeface="Calibri"/>
                </a:endParaRPr>
              </a:p>
            </p:txBody>
          </p:sp>
        </p:grpSp>
        <p:grpSp>
          <p:nvGrpSpPr>
            <p:cNvPr id="491" name="Google Shape;491;p51"/>
            <p:cNvGrpSpPr/>
            <p:nvPr/>
          </p:nvGrpSpPr>
          <p:grpSpPr>
            <a:xfrm>
              <a:off x="7429500" y="4953000"/>
              <a:ext cx="1381200" cy="952650"/>
              <a:chOff x="7429500" y="4953000"/>
              <a:chExt cx="1381200" cy="952650"/>
            </a:xfrm>
          </p:grpSpPr>
          <p:sp>
            <p:nvSpPr>
              <p:cNvPr id="492" name="Google Shape;492;p51"/>
              <p:cNvSpPr/>
              <p:nvPr/>
            </p:nvSpPr>
            <p:spPr>
              <a:xfrm>
                <a:off x="7429500" y="4953000"/>
                <a:ext cx="238200" cy="571500"/>
              </a:xfrm>
              <a:prstGeom prst="rect">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3" name="Google Shape;493;p51"/>
              <p:cNvSpPr/>
              <p:nvPr/>
            </p:nvSpPr>
            <p:spPr>
              <a:xfrm>
                <a:off x="7715250" y="5019675"/>
                <a:ext cx="238200" cy="504900"/>
              </a:xfrm>
              <a:prstGeom prst="rect">
                <a:avLst/>
              </a:prstGeom>
              <a:solidFill>
                <a:srgbClr val="EF444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4" name="Google Shape;494;p51"/>
              <p:cNvSpPr/>
              <p:nvPr/>
            </p:nvSpPr>
            <p:spPr>
              <a:xfrm>
                <a:off x="8001000" y="5314950"/>
                <a:ext cx="238200" cy="209700"/>
              </a:xfrm>
              <a:prstGeom prst="rect">
                <a:avLst/>
              </a:prstGeom>
              <a:solidFill>
                <a:srgbClr val="F59E0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5" name="Google Shape;495;p51"/>
              <p:cNvSpPr/>
              <p:nvPr/>
            </p:nvSpPr>
            <p:spPr>
              <a:xfrm>
                <a:off x="8286750" y="5295900"/>
                <a:ext cx="238200" cy="228600"/>
              </a:xfrm>
              <a:prstGeom prst="rect">
                <a:avLst/>
              </a:prstGeom>
              <a:solidFill>
                <a:srgbClr val="10B9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6" name="Google Shape;496;p51"/>
              <p:cNvSpPr/>
              <p:nvPr/>
            </p:nvSpPr>
            <p:spPr>
              <a:xfrm>
                <a:off x="8572500" y="5143500"/>
                <a:ext cx="238200" cy="381000"/>
              </a:xfrm>
              <a:prstGeom prst="rect">
                <a:avLst/>
              </a:prstGeom>
              <a:solidFill>
                <a:srgbClr val="8B5C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7" name="Google Shape;497;p51"/>
              <p:cNvSpPr txBox="1"/>
              <p:nvPr/>
            </p:nvSpPr>
            <p:spPr>
              <a:xfrm>
                <a:off x="7429500" y="5619750"/>
                <a:ext cx="13812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200" b="1">
                    <a:solidFill>
                      <a:srgbClr val="002060"/>
                    </a:solidFill>
                    <a:latin typeface="Calibri"/>
                    <a:ea typeface="Calibri"/>
                    <a:cs typeface="Calibri"/>
                    <a:sym typeface="Calibri"/>
                  </a:rPr>
                  <a:t>Dataset C</a:t>
                </a:r>
                <a:endParaRPr sz="1200" b="1">
                  <a:solidFill>
                    <a:srgbClr val="002060"/>
                  </a:solidFill>
                  <a:latin typeface="Calibri"/>
                  <a:ea typeface="Calibri"/>
                  <a:cs typeface="Calibri"/>
                  <a:sym typeface="Calibri"/>
                </a:endParaRPr>
              </a:p>
            </p:txBody>
          </p:sp>
        </p:grpSp>
        <p:grpSp>
          <p:nvGrpSpPr>
            <p:cNvPr id="498" name="Google Shape;498;p51"/>
            <p:cNvGrpSpPr/>
            <p:nvPr/>
          </p:nvGrpSpPr>
          <p:grpSpPr>
            <a:xfrm>
              <a:off x="9048750" y="1685925"/>
              <a:ext cx="1333500" cy="1143000"/>
              <a:chOff x="9048750" y="1685925"/>
              <a:chExt cx="1333500" cy="1143000"/>
            </a:xfrm>
          </p:grpSpPr>
          <p:sp>
            <p:nvSpPr>
              <p:cNvPr id="499" name="Google Shape;499;p51"/>
              <p:cNvSpPr/>
              <p:nvPr/>
            </p:nvSpPr>
            <p:spPr>
              <a:xfrm>
                <a:off x="9048750" y="1714500"/>
                <a:ext cx="142800" cy="142800"/>
              </a:xfrm>
              <a:prstGeom prst="rect">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0" name="Google Shape;500;p51"/>
              <p:cNvSpPr txBox="1"/>
              <p:nvPr/>
            </p:nvSpPr>
            <p:spPr>
              <a:xfrm>
                <a:off x="9239250" y="1685925"/>
                <a:ext cx="1143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000">
                    <a:solidFill>
                      <a:srgbClr val="1E293B"/>
                    </a:solidFill>
                    <a:latin typeface="Calibri"/>
                    <a:ea typeface="Calibri"/>
                    <a:cs typeface="Calibri"/>
                    <a:sym typeface="Calibri"/>
                  </a:rPr>
                  <a:t>LEFT pivot</a:t>
                </a:r>
                <a:endParaRPr sz="1000">
                  <a:solidFill>
                    <a:srgbClr val="1E293B"/>
                  </a:solidFill>
                  <a:latin typeface="Calibri"/>
                  <a:ea typeface="Calibri"/>
                  <a:cs typeface="Calibri"/>
                  <a:sym typeface="Calibri"/>
                </a:endParaRPr>
              </a:p>
            </p:txBody>
          </p:sp>
          <p:sp>
            <p:nvSpPr>
              <p:cNvPr id="501" name="Google Shape;501;p51"/>
              <p:cNvSpPr/>
              <p:nvPr/>
            </p:nvSpPr>
            <p:spPr>
              <a:xfrm>
                <a:off x="9048750" y="1952625"/>
                <a:ext cx="142800" cy="142800"/>
              </a:xfrm>
              <a:prstGeom prst="rect">
                <a:avLst/>
              </a:prstGeom>
              <a:solidFill>
                <a:srgbClr val="EF444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2" name="Google Shape;502;p51"/>
              <p:cNvSpPr txBox="1"/>
              <p:nvPr/>
            </p:nvSpPr>
            <p:spPr>
              <a:xfrm>
                <a:off x="9239250" y="1924050"/>
                <a:ext cx="1143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000">
                    <a:solidFill>
                      <a:srgbClr val="1E293B"/>
                    </a:solidFill>
                    <a:latin typeface="Calibri"/>
                    <a:ea typeface="Calibri"/>
                    <a:cs typeface="Calibri"/>
                    <a:sym typeface="Calibri"/>
                  </a:rPr>
                  <a:t>RIGHT pivot</a:t>
                </a:r>
                <a:endParaRPr sz="1000">
                  <a:solidFill>
                    <a:srgbClr val="1E293B"/>
                  </a:solidFill>
                  <a:latin typeface="Calibri"/>
                  <a:ea typeface="Calibri"/>
                  <a:cs typeface="Calibri"/>
                  <a:sym typeface="Calibri"/>
                </a:endParaRPr>
              </a:p>
            </p:txBody>
          </p:sp>
          <p:sp>
            <p:nvSpPr>
              <p:cNvPr id="503" name="Google Shape;503;p51"/>
              <p:cNvSpPr/>
              <p:nvPr/>
            </p:nvSpPr>
            <p:spPr>
              <a:xfrm>
                <a:off x="9048750" y="2190750"/>
                <a:ext cx="142800" cy="142800"/>
              </a:xfrm>
              <a:prstGeom prst="rect">
                <a:avLst/>
              </a:prstGeom>
              <a:solidFill>
                <a:srgbClr val="F59E0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4" name="Google Shape;504;p51"/>
              <p:cNvSpPr txBox="1"/>
              <p:nvPr/>
            </p:nvSpPr>
            <p:spPr>
              <a:xfrm>
                <a:off x="9239250" y="2162175"/>
                <a:ext cx="1143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000">
                    <a:solidFill>
                      <a:srgbClr val="1E293B"/>
                    </a:solidFill>
                    <a:latin typeface="Calibri"/>
                    <a:ea typeface="Calibri"/>
                    <a:cs typeface="Calibri"/>
                    <a:sym typeface="Calibri"/>
                  </a:rPr>
                  <a:t>MIDDLE pivot</a:t>
                </a:r>
                <a:endParaRPr sz="1000">
                  <a:solidFill>
                    <a:srgbClr val="1E293B"/>
                  </a:solidFill>
                  <a:latin typeface="Calibri"/>
                  <a:ea typeface="Calibri"/>
                  <a:cs typeface="Calibri"/>
                  <a:sym typeface="Calibri"/>
                </a:endParaRPr>
              </a:p>
            </p:txBody>
          </p:sp>
          <p:sp>
            <p:nvSpPr>
              <p:cNvPr id="505" name="Google Shape;505;p51"/>
              <p:cNvSpPr/>
              <p:nvPr/>
            </p:nvSpPr>
            <p:spPr>
              <a:xfrm>
                <a:off x="9048750" y="2428875"/>
                <a:ext cx="142800" cy="142800"/>
              </a:xfrm>
              <a:prstGeom prst="rect">
                <a:avLst/>
              </a:prstGeom>
              <a:solidFill>
                <a:srgbClr val="10B9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6" name="Google Shape;506;p51"/>
              <p:cNvSpPr txBox="1"/>
              <p:nvPr/>
            </p:nvSpPr>
            <p:spPr>
              <a:xfrm>
                <a:off x="9239250" y="2400300"/>
                <a:ext cx="1143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000">
                    <a:solidFill>
                      <a:srgbClr val="1E293B"/>
                    </a:solidFill>
                    <a:latin typeface="Calibri"/>
                    <a:ea typeface="Calibri"/>
                    <a:cs typeface="Calibri"/>
                    <a:sym typeface="Calibri"/>
                  </a:rPr>
                  <a:t>MIDDLE_OF_THREE</a:t>
                </a:r>
                <a:endParaRPr sz="1000">
                  <a:solidFill>
                    <a:srgbClr val="1E293B"/>
                  </a:solidFill>
                  <a:latin typeface="Calibri"/>
                  <a:ea typeface="Calibri"/>
                  <a:cs typeface="Calibri"/>
                  <a:sym typeface="Calibri"/>
                </a:endParaRPr>
              </a:p>
            </p:txBody>
          </p:sp>
          <p:sp>
            <p:nvSpPr>
              <p:cNvPr id="507" name="Google Shape;507;p51"/>
              <p:cNvSpPr/>
              <p:nvPr/>
            </p:nvSpPr>
            <p:spPr>
              <a:xfrm>
                <a:off x="9048750" y="2667000"/>
                <a:ext cx="142800" cy="142800"/>
              </a:xfrm>
              <a:prstGeom prst="rect">
                <a:avLst/>
              </a:prstGeom>
              <a:solidFill>
                <a:srgbClr val="8B5C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8" name="Google Shape;508;p51"/>
              <p:cNvSpPr txBox="1"/>
              <p:nvPr/>
            </p:nvSpPr>
            <p:spPr>
              <a:xfrm>
                <a:off x="9239250" y="2638425"/>
                <a:ext cx="1143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000">
                    <a:solidFill>
                      <a:srgbClr val="1E293B"/>
                    </a:solidFill>
                    <a:latin typeface="Calibri"/>
                    <a:ea typeface="Calibri"/>
                    <a:cs typeface="Calibri"/>
                    <a:sym typeface="Calibri"/>
                  </a:rPr>
                  <a:t>RANDOM pivot</a:t>
                </a:r>
                <a:endParaRPr sz="1000">
                  <a:solidFill>
                    <a:srgbClr val="1E293B"/>
                  </a:solidFill>
                  <a:latin typeface="Calibri"/>
                  <a:ea typeface="Calibri"/>
                  <a:cs typeface="Calibri"/>
                  <a:sym typeface="Calibri"/>
                </a:endParaRPr>
              </a:p>
            </p:txBody>
          </p:sp>
        </p:grpSp>
        <p:sp>
          <p:nvSpPr>
            <p:cNvPr id="509" name="Google Shape;509;p51"/>
            <p:cNvSpPr txBox="1"/>
            <p:nvPr/>
          </p:nvSpPr>
          <p:spPr>
            <a:xfrm>
              <a:off x="1333500" y="1143000"/>
              <a:ext cx="9525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400">
                  <a:solidFill>
                    <a:srgbClr val="64748B"/>
                  </a:solidFill>
                  <a:latin typeface="Calibri"/>
                  <a:ea typeface="Calibri"/>
                  <a:cs typeface="Calibri"/>
                  <a:sym typeface="Calibri"/>
                </a:rPr>
                <a:t>Average Time by Pivot Type (ms)</a:t>
              </a:r>
              <a:endParaRPr sz="1400">
                <a:solidFill>
                  <a:srgbClr val="64748B"/>
                </a:solidFill>
                <a:latin typeface="Calibri"/>
                <a:ea typeface="Calibri"/>
                <a:cs typeface="Calibri"/>
                <a:sym typeface="Calibri"/>
              </a:endParaRPr>
            </a:p>
          </p:txBody>
        </p:sp>
      </p:grpSp>
      <p:sp>
        <p:nvSpPr>
          <p:cNvPr id="510" name="Google Shape;510;p51"/>
          <p:cNvSpPr txBox="1">
            <a:spLocks noGrp="1"/>
          </p:cNvSpPr>
          <p:nvPr>
            <p:ph type="sldNum" idx="12"/>
          </p:nvPr>
        </p:nvSpPr>
        <p:spPr>
          <a:xfrm>
            <a:off x="90678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mc:AlternateContent xmlns:mc="http://schemas.openxmlformats.org/markup-compatibility/2006" xmlns:p14="http://schemas.microsoft.com/office/powerpoint/2010/main">
    <mc:Choice Requires="p14">
      <p:transition spd="slow" p14:dur="2000" advTm="12865"/>
    </mc:Choice>
    <mc:Fallback xmlns="">
      <p:transition spd="slow" advTm="1286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15"/>
        <p:cNvGrpSpPr/>
        <p:nvPr/>
      </p:nvGrpSpPr>
      <p:grpSpPr>
        <a:xfrm>
          <a:off x="0" y="0"/>
          <a:ext cx="0" cy="0"/>
          <a:chOff x="0" y="0"/>
          <a:chExt cx="0" cy="0"/>
        </a:xfrm>
      </p:grpSpPr>
      <p:pic>
        <p:nvPicPr>
          <p:cNvPr id="516" name="Google Shape;516;p52"/>
          <p:cNvPicPr preferRelativeResize="0"/>
          <p:nvPr/>
        </p:nvPicPr>
        <p:blipFill rotWithShape="1">
          <a:blip r:embed="rId4">
            <a:alphaModFix/>
          </a:blip>
          <a:srcRect t="70" b="80"/>
          <a:stretch/>
        </p:blipFill>
        <p:spPr>
          <a:xfrm>
            <a:off x="11059287" y="6095743"/>
            <a:ext cx="413400" cy="521100"/>
          </a:xfrm>
          <a:prstGeom prst="rect">
            <a:avLst/>
          </a:prstGeom>
          <a:noFill/>
          <a:ln>
            <a:noFill/>
          </a:ln>
        </p:spPr>
      </p:pic>
      <p:sp>
        <p:nvSpPr>
          <p:cNvPr id="517" name="Google Shape;517;p52"/>
          <p:cNvSpPr txBox="1">
            <a:spLocks noGrp="1"/>
          </p:cNvSpPr>
          <p:nvPr>
            <p:ph type="sldNum" idx="12"/>
          </p:nvPr>
        </p:nvSpPr>
        <p:spPr>
          <a:xfrm>
            <a:off x="90678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pic>
        <p:nvPicPr>
          <p:cNvPr id="518" name="Google Shape;518;p52"/>
          <p:cNvPicPr preferRelativeResize="0"/>
          <p:nvPr/>
        </p:nvPicPr>
        <p:blipFill rotWithShape="1">
          <a:blip r:embed="rId4">
            <a:alphaModFix/>
          </a:blip>
          <a:srcRect t="70" b="80"/>
          <a:stretch/>
        </p:blipFill>
        <p:spPr>
          <a:xfrm>
            <a:off x="11059287" y="6095743"/>
            <a:ext cx="413400" cy="521100"/>
          </a:xfrm>
          <a:prstGeom prst="rect">
            <a:avLst/>
          </a:prstGeom>
          <a:noFill/>
          <a:ln>
            <a:noFill/>
          </a:ln>
        </p:spPr>
      </p:pic>
      <p:sp>
        <p:nvSpPr>
          <p:cNvPr id="519" name="Google Shape;519;p52"/>
          <p:cNvSpPr txBox="1"/>
          <p:nvPr/>
        </p:nvSpPr>
        <p:spPr>
          <a:xfrm>
            <a:off x="571500" y="381000"/>
            <a:ext cx="10515600" cy="952500"/>
          </a:xfrm>
          <a:prstGeom prst="rect">
            <a:avLst/>
          </a:prstGeom>
          <a:solidFill>
            <a:srgbClr val="000000">
              <a:alpha val="0"/>
            </a:srgbClr>
          </a:solidFill>
          <a:ln>
            <a:noFill/>
          </a:ln>
        </p:spPr>
        <p:txBody>
          <a:bodyPr spcFirstLastPara="1" wrap="square" lIns="190500" tIns="0" rIns="0" bIns="0" anchor="ctr" anchorCtr="0">
            <a:noAutofit/>
          </a:bodyPr>
          <a:lstStyle/>
          <a:p>
            <a:pPr marL="0" lvl="0" indent="0" algn="l" rtl="0">
              <a:spcBef>
                <a:spcPts val="0"/>
              </a:spcBef>
              <a:spcAft>
                <a:spcPts val="0"/>
              </a:spcAft>
              <a:buNone/>
            </a:pPr>
            <a:r>
              <a:rPr lang="en-US" sz="2800" b="1">
                <a:solidFill>
                  <a:srgbClr val="002060"/>
                </a:solidFill>
                <a:latin typeface="Calibri"/>
                <a:ea typeface="Calibri"/>
                <a:cs typeface="Calibri"/>
                <a:sym typeface="Calibri"/>
              </a:rPr>
              <a:t>Task A - Tradeoff Analysis</a:t>
            </a:r>
            <a:endParaRPr sz="2800" b="1">
              <a:solidFill>
                <a:srgbClr val="002060"/>
              </a:solidFill>
              <a:latin typeface="Calibri"/>
              <a:ea typeface="Calibri"/>
              <a:cs typeface="Calibri"/>
              <a:sym typeface="Calibri"/>
            </a:endParaRPr>
          </a:p>
        </p:txBody>
      </p:sp>
      <p:grpSp>
        <p:nvGrpSpPr>
          <p:cNvPr id="520" name="Google Shape;520;p52"/>
          <p:cNvGrpSpPr/>
          <p:nvPr/>
        </p:nvGrpSpPr>
        <p:grpSpPr>
          <a:xfrm>
            <a:off x="980600" y="1428750"/>
            <a:ext cx="3048000" cy="4000500"/>
            <a:chOff x="762000" y="1714500"/>
            <a:chExt cx="3048000" cy="4000500"/>
          </a:xfrm>
        </p:grpSpPr>
        <p:sp>
          <p:nvSpPr>
            <p:cNvPr id="521" name="Google Shape;521;p52"/>
            <p:cNvSpPr/>
            <p:nvPr/>
          </p:nvSpPr>
          <p:spPr>
            <a:xfrm>
              <a:off x="762000" y="1714500"/>
              <a:ext cx="3048000" cy="4000500"/>
            </a:xfrm>
            <a:prstGeom prst="roundRect">
              <a:avLst>
                <a:gd name="adj" fmla="val 4687"/>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22" name="Google Shape;522;p52"/>
            <p:cNvSpPr txBox="1"/>
            <p:nvPr/>
          </p:nvSpPr>
          <p:spPr>
            <a:xfrm>
              <a:off x="762000" y="1714500"/>
              <a:ext cx="3048000" cy="4000500"/>
            </a:xfrm>
            <a:prstGeom prst="rect">
              <a:avLst/>
            </a:prstGeom>
            <a:noFill/>
            <a:ln>
              <a:noFill/>
            </a:ln>
          </p:spPr>
          <p:txBody>
            <a:bodyPr spcFirstLastPara="1" wrap="square" lIns="285750" tIns="285750" rIns="285750" bIns="285750" anchor="t" anchorCtr="0">
              <a:noAutofit/>
            </a:bodyPr>
            <a:lstStyle/>
            <a:p>
              <a:pPr marL="0" lvl="0" indent="0" algn="l" rtl="0">
                <a:spcBef>
                  <a:spcPts val="0"/>
                </a:spcBef>
                <a:spcAft>
                  <a:spcPts val="0"/>
                </a:spcAft>
                <a:buNone/>
              </a:pPr>
              <a:r>
                <a:rPr lang="en-US" sz="2400" b="1">
                  <a:solidFill>
                    <a:srgbClr val="002060"/>
                  </a:solidFill>
                  <a:latin typeface="Calibri"/>
                  <a:ea typeface="Calibri"/>
                  <a:cs typeface="Calibri"/>
                  <a:sym typeface="Calibri"/>
                </a:rPr>
                <a:t>Bubble Sort</a:t>
              </a:r>
              <a:endParaRPr sz="2400" b="1">
                <a:solidFill>
                  <a:srgbClr val="002060"/>
                </a:solidFill>
                <a:latin typeface="Calibri"/>
                <a:ea typeface="Calibri"/>
                <a:cs typeface="Calibri"/>
                <a:sym typeface="Calibri"/>
              </a:endParaRPr>
            </a:p>
            <a:p>
              <a:pPr marL="0" lvl="0" indent="0" algn="l" rtl="0">
                <a:spcBef>
                  <a:spcPts val="1500"/>
                </a:spcBef>
                <a:spcAft>
                  <a:spcPts val="0"/>
                </a:spcAft>
                <a:buNone/>
              </a:pPr>
              <a:r>
                <a:rPr lang="en-US" sz="1300">
                  <a:solidFill>
                    <a:srgbClr val="64748B"/>
                  </a:solidFill>
                  <a:latin typeface="Calibri"/>
                  <a:ea typeface="Calibri"/>
                  <a:cs typeface="Calibri"/>
                  <a:sym typeface="Calibri"/>
                </a:rPr>
                <a:t>Time Complexity</a:t>
              </a:r>
              <a:endParaRPr sz="1300">
                <a:solidFill>
                  <a:srgbClr val="64748B"/>
                </a:solidFill>
                <a:latin typeface="Calibri"/>
                <a:ea typeface="Calibri"/>
                <a:cs typeface="Calibri"/>
                <a:sym typeface="Calibri"/>
              </a:endParaRPr>
            </a:p>
            <a:p>
              <a:pPr marL="0" lvl="0" indent="0" algn="l" rtl="0">
                <a:spcBef>
                  <a:spcPts val="0"/>
                </a:spcBef>
                <a:spcAft>
                  <a:spcPts val="0"/>
                </a:spcAft>
                <a:buNone/>
              </a:pPr>
              <a:r>
                <a:rPr lang="en-US" sz="1800" b="1">
                  <a:solidFill>
                    <a:srgbClr val="1E293B"/>
                  </a:solidFill>
                  <a:latin typeface="Calibri"/>
                  <a:ea typeface="Calibri"/>
                  <a:cs typeface="Calibri"/>
                  <a:sym typeface="Calibri"/>
                </a:rPr>
                <a:t>O(n²)</a:t>
              </a:r>
              <a:endParaRPr sz="1800" b="1">
                <a:solidFill>
                  <a:srgbClr val="1E293B"/>
                </a:solidFill>
                <a:latin typeface="Calibri"/>
                <a:ea typeface="Calibri"/>
                <a:cs typeface="Calibri"/>
                <a:sym typeface="Calibri"/>
              </a:endParaRPr>
            </a:p>
            <a:p>
              <a:pPr marL="0" lvl="0" indent="0" algn="l" rtl="0">
                <a:spcBef>
                  <a:spcPts val="1875"/>
                </a:spcBef>
                <a:spcAft>
                  <a:spcPts val="0"/>
                </a:spcAft>
                <a:buNone/>
              </a:pPr>
              <a:r>
                <a:rPr lang="en-US" sz="1300">
                  <a:solidFill>
                    <a:srgbClr val="64748B"/>
                  </a:solidFill>
                  <a:latin typeface="Calibri"/>
                  <a:ea typeface="Calibri"/>
                  <a:cs typeface="Calibri"/>
                  <a:sym typeface="Calibri"/>
                </a:rPr>
                <a:t>Space Complexity</a:t>
              </a:r>
              <a:endParaRPr sz="1300">
                <a:solidFill>
                  <a:srgbClr val="64748B"/>
                </a:solidFill>
                <a:latin typeface="Calibri"/>
                <a:ea typeface="Calibri"/>
                <a:cs typeface="Calibri"/>
                <a:sym typeface="Calibri"/>
              </a:endParaRPr>
            </a:p>
            <a:p>
              <a:pPr marL="0" lvl="0" indent="0" algn="l" rtl="0">
                <a:spcBef>
                  <a:spcPts val="0"/>
                </a:spcBef>
                <a:spcAft>
                  <a:spcPts val="0"/>
                </a:spcAft>
                <a:buNone/>
              </a:pPr>
              <a:r>
                <a:rPr lang="en-US" sz="1800" b="1">
                  <a:solidFill>
                    <a:srgbClr val="3B82F6"/>
                  </a:solidFill>
                  <a:latin typeface="Calibri"/>
                  <a:ea typeface="Calibri"/>
                  <a:cs typeface="Calibri"/>
                  <a:sym typeface="Calibri"/>
                </a:rPr>
                <a:t>O(1)</a:t>
              </a:r>
              <a:endParaRPr sz="1800" b="1">
                <a:solidFill>
                  <a:srgbClr val="3B82F6"/>
                </a:solidFill>
                <a:latin typeface="Calibri"/>
                <a:ea typeface="Calibri"/>
                <a:cs typeface="Calibri"/>
                <a:sym typeface="Calibri"/>
              </a:endParaRPr>
            </a:p>
            <a:p>
              <a:pPr marL="0" lvl="0" indent="0" algn="l" rtl="0">
                <a:spcBef>
                  <a:spcPts val="1875"/>
                </a:spcBef>
                <a:spcAft>
                  <a:spcPts val="0"/>
                </a:spcAft>
                <a:buNone/>
              </a:pPr>
              <a:r>
                <a:rPr lang="en-US" sz="1400" b="0">
                  <a:solidFill>
                    <a:srgbClr val="475569"/>
                  </a:solidFill>
                  <a:latin typeface="Calibri"/>
                  <a:ea typeface="Calibri"/>
                  <a:cs typeface="Calibri"/>
                  <a:sym typeface="Calibri"/>
                </a:rPr>
                <a:t>Highly efficient in memory usage, but performance is strictly dependent on the initial input order.</a:t>
              </a:r>
              <a:endParaRPr sz="1400" b="0">
                <a:solidFill>
                  <a:srgbClr val="475569"/>
                </a:solidFill>
                <a:latin typeface="Calibri"/>
                <a:ea typeface="Calibri"/>
                <a:cs typeface="Calibri"/>
                <a:sym typeface="Calibri"/>
              </a:endParaRPr>
            </a:p>
          </p:txBody>
        </p:sp>
      </p:grpSp>
      <p:grpSp>
        <p:nvGrpSpPr>
          <p:cNvPr id="523" name="Google Shape;523;p52"/>
          <p:cNvGrpSpPr/>
          <p:nvPr/>
        </p:nvGrpSpPr>
        <p:grpSpPr>
          <a:xfrm>
            <a:off x="4219100" y="1428750"/>
            <a:ext cx="3048000" cy="4000500"/>
            <a:chOff x="4000500" y="1714500"/>
            <a:chExt cx="3048000" cy="4000500"/>
          </a:xfrm>
        </p:grpSpPr>
        <p:sp>
          <p:nvSpPr>
            <p:cNvPr id="524" name="Google Shape;524;p52"/>
            <p:cNvSpPr/>
            <p:nvPr/>
          </p:nvSpPr>
          <p:spPr>
            <a:xfrm>
              <a:off x="4000500" y="1714500"/>
              <a:ext cx="3048000" cy="4000500"/>
            </a:xfrm>
            <a:prstGeom prst="roundRect">
              <a:avLst>
                <a:gd name="adj" fmla="val 4687"/>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25" name="Google Shape;525;p52"/>
            <p:cNvSpPr txBox="1"/>
            <p:nvPr/>
          </p:nvSpPr>
          <p:spPr>
            <a:xfrm>
              <a:off x="4000500" y="1714500"/>
              <a:ext cx="3048000" cy="4000500"/>
            </a:xfrm>
            <a:prstGeom prst="rect">
              <a:avLst/>
            </a:prstGeom>
            <a:noFill/>
            <a:ln>
              <a:noFill/>
            </a:ln>
          </p:spPr>
          <p:txBody>
            <a:bodyPr spcFirstLastPara="1" wrap="square" lIns="285750" tIns="285750" rIns="285750" bIns="285750" anchor="t" anchorCtr="0">
              <a:noAutofit/>
            </a:bodyPr>
            <a:lstStyle/>
            <a:p>
              <a:pPr marL="0" lvl="0" indent="0" algn="l" rtl="0">
                <a:spcBef>
                  <a:spcPts val="0"/>
                </a:spcBef>
                <a:spcAft>
                  <a:spcPts val="0"/>
                </a:spcAft>
                <a:buNone/>
              </a:pPr>
              <a:r>
                <a:rPr lang="en-US" sz="2400" b="1">
                  <a:solidFill>
                    <a:srgbClr val="002060"/>
                  </a:solidFill>
                  <a:latin typeface="Calibri"/>
                  <a:ea typeface="Calibri"/>
                  <a:cs typeface="Calibri"/>
                  <a:sym typeface="Calibri"/>
                </a:rPr>
                <a:t>Quick Sort</a:t>
              </a:r>
              <a:endParaRPr sz="2400" b="1">
                <a:solidFill>
                  <a:srgbClr val="002060"/>
                </a:solidFill>
                <a:latin typeface="Calibri"/>
                <a:ea typeface="Calibri"/>
                <a:cs typeface="Calibri"/>
                <a:sym typeface="Calibri"/>
              </a:endParaRPr>
            </a:p>
            <a:p>
              <a:pPr marL="0" lvl="0" indent="0" algn="l" rtl="0">
                <a:spcBef>
                  <a:spcPts val="1500"/>
                </a:spcBef>
                <a:spcAft>
                  <a:spcPts val="0"/>
                </a:spcAft>
                <a:buNone/>
              </a:pPr>
              <a:r>
                <a:rPr lang="en-US" sz="1300">
                  <a:solidFill>
                    <a:srgbClr val="64748B"/>
                  </a:solidFill>
                  <a:latin typeface="Calibri"/>
                  <a:ea typeface="Calibri"/>
                  <a:cs typeface="Calibri"/>
                  <a:sym typeface="Calibri"/>
                </a:rPr>
                <a:t>Time Complexity</a:t>
              </a:r>
              <a:endParaRPr sz="1300">
                <a:solidFill>
                  <a:srgbClr val="64748B"/>
                </a:solidFill>
                <a:latin typeface="Calibri"/>
                <a:ea typeface="Calibri"/>
                <a:cs typeface="Calibri"/>
                <a:sym typeface="Calibri"/>
              </a:endParaRPr>
            </a:p>
            <a:p>
              <a:pPr marL="0" lvl="0" indent="0" algn="l" rtl="0">
                <a:spcBef>
                  <a:spcPts val="0"/>
                </a:spcBef>
                <a:spcAft>
                  <a:spcPts val="0"/>
                </a:spcAft>
                <a:buNone/>
              </a:pPr>
              <a:r>
                <a:rPr lang="en-US" sz="1800" b="1">
                  <a:solidFill>
                    <a:srgbClr val="1E293B"/>
                  </a:solidFill>
                  <a:latin typeface="Calibri"/>
                  <a:ea typeface="Calibri"/>
                  <a:cs typeface="Calibri"/>
                  <a:sym typeface="Calibri"/>
                </a:rPr>
                <a:t>O(n log n)</a:t>
              </a:r>
              <a:endParaRPr sz="1800" b="1">
                <a:solidFill>
                  <a:srgbClr val="1E293B"/>
                </a:solidFill>
                <a:latin typeface="Calibri"/>
                <a:ea typeface="Calibri"/>
                <a:cs typeface="Calibri"/>
                <a:sym typeface="Calibri"/>
              </a:endParaRPr>
            </a:p>
            <a:p>
              <a:pPr marL="0" lvl="0" indent="0" algn="l" rtl="0">
                <a:spcBef>
                  <a:spcPts val="1875"/>
                </a:spcBef>
                <a:spcAft>
                  <a:spcPts val="0"/>
                </a:spcAft>
                <a:buNone/>
              </a:pPr>
              <a:r>
                <a:rPr lang="en-US" sz="1300">
                  <a:solidFill>
                    <a:srgbClr val="64748B"/>
                  </a:solidFill>
                  <a:latin typeface="Calibri"/>
                  <a:ea typeface="Calibri"/>
                  <a:cs typeface="Calibri"/>
                  <a:sym typeface="Calibri"/>
                </a:rPr>
                <a:t>Space Complexity</a:t>
              </a:r>
              <a:endParaRPr sz="1300">
                <a:solidFill>
                  <a:srgbClr val="64748B"/>
                </a:solidFill>
                <a:latin typeface="Calibri"/>
                <a:ea typeface="Calibri"/>
                <a:cs typeface="Calibri"/>
                <a:sym typeface="Calibri"/>
              </a:endParaRPr>
            </a:p>
            <a:p>
              <a:pPr marL="0" lvl="0" indent="0" algn="l" rtl="0">
                <a:spcBef>
                  <a:spcPts val="0"/>
                </a:spcBef>
                <a:spcAft>
                  <a:spcPts val="0"/>
                </a:spcAft>
                <a:buNone/>
              </a:pPr>
              <a:r>
                <a:rPr lang="en-US" sz="1800" b="1">
                  <a:solidFill>
                    <a:srgbClr val="EF4444"/>
                  </a:solidFill>
                  <a:latin typeface="Calibri"/>
                  <a:ea typeface="Calibri"/>
                  <a:cs typeface="Calibri"/>
                  <a:sym typeface="Calibri"/>
                </a:rPr>
                <a:t>O(log n)</a:t>
              </a:r>
              <a:endParaRPr sz="1800" b="1">
                <a:solidFill>
                  <a:srgbClr val="EF4444"/>
                </a:solidFill>
                <a:latin typeface="Calibri"/>
                <a:ea typeface="Calibri"/>
                <a:cs typeface="Calibri"/>
                <a:sym typeface="Calibri"/>
              </a:endParaRPr>
            </a:p>
            <a:p>
              <a:pPr marL="0" lvl="0" indent="0" algn="l" rtl="0">
                <a:spcBef>
                  <a:spcPts val="1875"/>
                </a:spcBef>
                <a:spcAft>
                  <a:spcPts val="0"/>
                </a:spcAft>
                <a:buNone/>
              </a:pPr>
              <a:r>
                <a:rPr lang="en-US" sz="1400" b="0">
                  <a:solidFill>
                    <a:srgbClr val="475569"/>
                  </a:solidFill>
                  <a:latin typeface="Calibri"/>
                  <a:ea typeface="Calibri"/>
                  <a:cs typeface="Calibri"/>
                  <a:sym typeface="Calibri"/>
                </a:rPr>
                <a:t>Offers a great balance between speed and recursive memory overhead.</a:t>
              </a:r>
              <a:endParaRPr sz="1400" b="0">
                <a:solidFill>
                  <a:srgbClr val="475569"/>
                </a:solidFill>
                <a:latin typeface="Calibri"/>
                <a:ea typeface="Calibri"/>
                <a:cs typeface="Calibri"/>
                <a:sym typeface="Calibri"/>
              </a:endParaRPr>
            </a:p>
          </p:txBody>
        </p:sp>
      </p:grpSp>
      <p:grpSp>
        <p:nvGrpSpPr>
          <p:cNvPr id="526" name="Google Shape;526;p52"/>
          <p:cNvGrpSpPr/>
          <p:nvPr/>
        </p:nvGrpSpPr>
        <p:grpSpPr>
          <a:xfrm>
            <a:off x="7457600" y="1428750"/>
            <a:ext cx="3048000" cy="4000500"/>
            <a:chOff x="7239000" y="1714500"/>
            <a:chExt cx="3048000" cy="4000500"/>
          </a:xfrm>
        </p:grpSpPr>
        <p:sp>
          <p:nvSpPr>
            <p:cNvPr id="527" name="Google Shape;527;p52"/>
            <p:cNvSpPr/>
            <p:nvPr/>
          </p:nvSpPr>
          <p:spPr>
            <a:xfrm>
              <a:off x="7239000" y="1714500"/>
              <a:ext cx="3048000" cy="4000500"/>
            </a:xfrm>
            <a:prstGeom prst="roundRect">
              <a:avLst>
                <a:gd name="adj" fmla="val 4687"/>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28" name="Google Shape;528;p52"/>
            <p:cNvSpPr txBox="1"/>
            <p:nvPr/>
          </p:nvSpPr>
          <p:spPr>
            <a:xfrm>
              <a:off x="7239000" y="1714500"/>
              <a:ext cx="3048000" cy="4000500"/>
            </a:xfrm>
            <a:prstGeom prst="rect">
              <a:avLst/>
            </a:prstGeom>
            <a:noFill/>
            <a:ln>
              <a:noFill/>
            </a:ln>
          </p:spPr>
          <p:txBody>
            <a:bodyPr spcFirstLastPara="1" wrap="square" lIns="285750" tIns="285750" rIns="285750" bIns="285750" anchor="t" anchorCtr="0">
              <a:noAutofit/>
            </a:bodyPr>
            <a:lstStyle/>
            <a:p>
              <a:pPr marL="0" lvl="0" indent="0" algn="l" rtl="0">
                <a:spcBef>
                  <a:spcPts val="0"/>
                </a:spcBef>
                <a:spcAft>
                  <a:spcPts val="0"/>
                </a:spcAft>
                <a:buNone/>
              </a:pPr>
              <a:r>
                <a:rPr lang="en-US" sz="2400" b="1">
                  <a:solidFill>
                    <a:srgbClr val="002060"/>
                  </a:solidFill>
                  <a:latin typeface="Calibri"/>
                  <a:ea typeface="Calibri"/>
                  <a:cs typeface="Calibri"/>
                  <a:sym typeface="Calibri"/>
                </a:rPr>
                <a:t>Merge Sort</a:t>
              </a:r>
              <a:endParaRPr sz="2400" b="1">
                <a:solidFill>
                  <a:srgbClr val="002060"/>
                </a:solidFill>
                <a:latin typeface="Calibri"/>
                <a:ea typeface="Calibri"/>
                <a:cs typeface="Calibri"/>
                <a:sym typeface="Calibri"/>
              </a:endParaRPr>
            </a:p>
            <a:p>
              <a:pPr marL="0" lvl="0" indent="0" algn="l" rtl="0">
                <a:spcBef>
                  <a:spcPts val="1500"/>
                </a:spcBef>
                <a:spcAft>
                  <a:spcPts val="0"/>
                </a:spcAft>
                <a:buNone/>
              </a:pPr>
              <a:r>
                <a:rPr lang="en-US" sz="1300">
                  <a:solidFill>
                    <a:srgbClr val="64748B"/>
                  </a:solidFill>
                  <a:latin typeface="Calibri"/>
                  <a:ea typeface="Calibri"/>
                  <a:cs typeface="Calibri"/>
                  <a:sym typeface="Calibri"/>
                </a:rPr>
                <a:t>Time Complexity</a:t>
              </a:r>
              <a:endParaRPr sz="1300">
                <a:solidFill>
                  <a:srgbClr val="64748B"/>
                </a:solidFill>
                <a:latin typeface="Calibri"/>
                <a:ea typeface="Calibri"/>
                <a:cs typeface="Calibri"/>
                <a:sym typeface="Calibri"/>
              </a:endParaRPr>
            </a:p>
            <a:p>
              <a:pPr marL="0" lvl="0" indent="0" algn="l" rtl="0">
                <a:spcBef>
                  <a:spcPts val="0"/>
                </a:spcBef>
                <a:spcAft>
                  <a:spcPts val="0"/>
                </a:spcAft>
                <a:buNone/>
              </a:pPr>
              <a:r>
                <a:rPr lang="en-US" sz="1800" b="1">
                  <a:solidFill>
                    <a:srgbClr val="1E293B"/>
                  </a:solidFill>
                  <a:latin typeface="Calibri"/>
                  <a:ea typeface="Calibri"/>
                  <a:cs typeface="Calibri"/>
                  <a:sym typeface="Calibri"/>
                </a:rPr>
                <a:t>O(n log n)</a:t>
              </a:r>
              <a:endParaRPr sz="1800" b="1">
                <a:solidFill>
                  <a:srgbClr val="1E293B"/>
                </a:solidFill>
                <a:latin typeface="Calibri"/>
                <a:ea typeface="Calibri"/>
                <a:cs typeface="Calibri"/>
                <a:sym typeface="Calibri"/>
              </a:endParaRPr>
            </a:p>
            <a:p>
              <a:pPr marL="0" lvl="0" indent="0" algn="l" rtl="0">
                <a:spcBef>
                  <a:spcPts val="1875"/>
                </a:spcBef>
                <a:spcAft>
                  <a:spcPts val="0"/>
                </a:spcAft>
                <a:buNone/>
              </a:pPr>
              <a:r>
                <a:rPr lang="en-US" sz="1300">
                  <a:solidFill>
                    <a:srgbClr val="64748B"/>
                  </a:solidFill>
                  <a:latin typeface="Calibri"/>
                  <a:ea typeface="Calibri"/>
                  <a:cs typeface="Calibri"/>
                  <a:sym typeface="Calibri"/>
                </a:rPr>
                <a:t>Space Complexity</a:t>
              </a:r>
              <a:endParaRPr sz="1300">
                <a:solidFill>
                  <a:srgbClr val="64748B"/>
                </a:solidFill>
                <a:latin typeface="Calibri"/>
                <a:ea typeface="Calibri"/>
                <a:cs typeface="Calibri"/>
                <a:sym typeface="Calibri"/>
              </a:endParaRPr>
            </a:p>
            <a:p>
              <a:pPr marL="0" lvl="0" indent="0" algn="l" rtl="0">
                <a:spcBef>
                  <a:spcPts val="0"/>
                </a:spcBef>
                <a:spcAft>
                  <a:spcPts val="0"/>
                </a:spcAft>
                <a:buNone/>
              </a:pPr>
              <a:r>
                <a:rPr lang="en-US" sz="1800" b="1">
                  <a:solidFill>
                    <a:srgbClr val="F59E0B"/>
                  </a:solidFill>
                  <a:latin typeface="Calibri"/>
                  <a:ea typeface="Calibri"/>
                  <a:cs typeface="Calibri"/>
                  <a:sym typeface="Calibri"/>
                </a:rPr>
                <a:t>O(n)</a:t>
              </a:r>
              <a:endParaRPr sz="1800" b="1">
                <a:solidFill>
                  <a:srgbClr val="F59E0B"/>
                </a:solidFill>
                <a:latin typeface="Calibri"/>
                <a:ea typeface="Calibri"/>
                <a:cs typeface="Calibri"/>
                <a:sym typeface="Calibri"/>
              </a:endParaRPr>
            </a:p>
            <a:p>
              <a:pPr marL="0" lvl="0" indent="0" algn="l" rtl="0">
                <a:spcBef>
                  <a:spcPts val="1875"/>
                </a:spcBef>
                <a:spcAft>
                  <a:spcPts val="0"/>
                </a:spcAft>
                <a:buNone/>
              </a:pPr>
              <a:r>
                <a:rPr lang="en-US" sz="1400" b="0">
                  <a:solidFill>
                    <a:srgbClr val="475569"/>
                  </a:solidFill>
                  <a:latin typeface="Calibri"/>
                  <a:ea typeface="Calibri"/>
                  <a:cs typeface="Calibri"/>
                  <a:sym typeface="Calibri"/>
                </a:rPr>
                <a:t>Guaranteed performance at the cost of additional memory space to store temporary subarrays.</a:t>
              </a:r>
              <a:endParaRPr sz="1400" b="0">
                <a:solidFill>
                  <a:srgbClr val="475569"/>
                </a:solidFill>
                <a:latin typeface="Calibri"/>
                <a:ea typeface="Calibri"/>
                <a:cs typeface="Calibri"/>
                <a:sym typeface="Calibri"/>
              </a:endParaRPr>
            </a:p>
          </p:txBody>
        </p:sp>
      </p:grpSp>
      <p:sp>
        <p:nvSpPr>
          <p:cNvPr id="529" name="Google Shape;529;p52"/>
          <p:cNvSpPr/>
          <p:nvPr/>
        </p:nvSpPr>
        <p:spPr>
          <a:xfrm>
            <a:off x="0" y="6715125"/>
            <a:ext cx="12192000" cy="142800"/>
          </a:xfrm>
          <a:prstGeom prst="rect">
            <a:avLst/>
          </a:prstGeom>
          <a:solidFill>
            <a:srgbClr val="00206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slow" p14:dur="2000" advTm="26384"/>
    </mc:Choice>
    <mc:Fallback xmlns="">
      <p:transition spd="slow" advTm="2638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53"/>
          <p:cNvSpPr txBox="1">
            <a:spLocks noGrp="1"/>
          </p:cNvSpPr>
          <p:nvPr>
            <p:ph type="body" idx="1"/>
          </p:nvPr>
        </p:nvSpPr>
        <p:spPr>
          <a:xfrm>
            <a:off x="1896550" y="3077975"/>
            <a:ext cx="10515600" cy="43512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sz="3900" b="1">
                <a:solidFill>
                  <a:srgbClr val="002060"/>
                </a:solidFill>
                <a:latin typeface="Calibri"/>
                <a:ea typeface="Calibri"/>
                <a:cs typeface="Calibri"/>
                <a:sym typeface="Calibri"/>
              </a:rPr>
              <a:t>Task B –  Algorithm Evaluation: Graph</a:t>
            </a:r>
            <a:endParaRPr sz="3900"/>
          </a:p>
          <a:p>
            <a:pPr marL="0" lvl="0" indent="0" algn="l" rtl="0">
              <a:spcBef>
                <a:spcPts val="1000"/>
              </a:spcBef>
              <a:spcAft>
                <a:spcPts val="0"/>
              </a:spcAft>
              <a:buClr>
                <a:schemeClr val="dk1"/>
              </a:buClr>
              <a:buSzPts val="1100"/>
              <a:buFont typeface="Arial"/>
              <a:buNone/>
            </a:pPr>
            <a:endParaRPr/>
          </a:p>
          <a:p>
            <a:pPr marL="0" lvl="0" indent="0" algn="l" rtl="0">
              <a:spcBef>
                <a:spcPts val="1000"/>
              </a:spcBef>
              <a:spcAft>
                <a:spcPts val="0"/>
              </a:spcAft>
              <a:buNone/>
            </a:pPr>
            <a:endParaRPr/>
          </a:p>
        </p:txBody>
      </p:sp>
      <p:sp>
        <p:nvSpPr>
          <p:cNvPr id="536" name="Google Shape;536;p53"/>
          <p:cNvSpPr txBox="1">
            <a:spLocks noGrp="1"/>
          </p:cNvSpPr>
          <p:nvPr>
            <p:ph type="sldNum" idx="12"/>
          </p:nvPr>
        </p:nvSpPr>
        <p:spPr>
          <a:xfrm>
            <a:off x="90678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pic>
        <p:nvPicPr>
          <p:cNvPr id="542" name="Google Shape;542;p54" descr="Shield-navy(rgb for online).png"/>
          <p:cNvPicPr preferRelativeResize="0"/>
          <p:nvPr/>
        </p:nvPicPr>
        <p:blipFill rotWithShape="1">
          <a:blip r:embed="rId3">
            <a:alphaModFix/>
          </a:blip>
          <a:srcRect/>
          <a:stretch/>
        </p:blipFill>
        <p:spPr>
          <a:xfrm>
            <a:off x="11059252" y="6095745"/>
            <a:ext cx="413401" cy="521209"/>
          </a:xfrm>
          <a:prstGeom prst="rect">
            <a:avLst/>
          </a:prstGeom>
          <a:noFill/>
          <a:ln>
            <a:noFill/>
          </a:ln>
        </p:spPr>
      </p:pic>
      <p:sp>
        <p:nvSpPr>
          <p:cNvPr id="543" name="Google Shape;543;p54"/>
          <p:cNvSpPr txBox="1"/>
          <p:nvPr/>
        </p:nvSpPr>
        <p:spPr>
          <a:xfrm>
            <a:off x="838200" y="381000"/>
            <a:ext cx="95250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800" b="1">
                <a:solidFill>
                  <a:srgbClr val="002060"/>
                </a:solidFill>
                <a:latin typeface="Calibri"/>
                <a:ea typeface="Calibri"/>
                <a:cs typeface="Calibri"/>
                <a:sym typeface="Calibri"/>
              </a:rPr>
              <a:t>Task B - Specification</a:t>
            </a:r>
            <a:endParaRPr sz="2800" b="1">
              <a:solidFill>
                <a:srgbClr val="002060"/>
              </a:solidFill>
              <a:latin typeface="Calibri"/>
              <a:ea typeface="Calibri"/>
              <a:cs typeface="Calibri"/>
              <a:sym typeface="Calibri"/>
            </a:endParaRPr>
          </a:p>
        </p:txBody>
      </p:sp>
      <p:grpSp>
        <p:nvGrpSpPr>
          <p:cNvPr id="544" name="Google Shape;544;p54"/>
          <p:cNvGrpSpPr/>
          <p:nvPr/>
        </p:nvGrpSpPr>
        <p:grpSpPr>
          <a:xfrm>
            <a:off x="838200" y="1519325"/>
            <a:ext cx="8953500" cy="762000"/>
            <a:chOff x="838200" y="1238250"/>
            <a:chExt cx="8953500" cy="762000"/>
          </a:xfrm>
        </p:grpSpPr>
        <p:sp>
          <p:nvSpPr>
            <p:cNvPr id="545" name="Google Shape;545;p54"/>
            <p:cNvSpPr/>
            <p:nvPr/>
          </p:nvSpPr>
          <p:spPr>
            <a:xfrm>
              <a:off x="838200" y="1238250"/>
              <a:ext cx="8953500" cy="762000"/>
            </a:xfrm>
            <a:prstGeom prst="roundRect">
              <a:avLst>
                <a:gd name="adj" fmla="val 15000"/>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46" name="Google Shape;546;p54"/>
            <p:cNvSpPr txBox="1"/>
            <p:nvPr/>
          </p:nvSpPr>
          <p:spPr>
            <a:xfrm>
              <a:off x="1028700" y="1238250"/>
              <a:ext cx="85725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a:solidFill>
                    <a:srgbClr val="1E293B"/>
                  </a:solidFill>
                  <a:latin typeface="Calibri"/>
                  <a:ea typeface="Calibri"/>
                  <a:cs typeface="Calibri"/>
                  <a:sym typeface="Calibri"/>
                </a:rPr>
                <a:t>Identify several </a:t>
              </a:r>
              <a:r>
                <a:rPr lang="en-US" sz="1600" b="1">
                  <a:solidFill>
                    <a:srgbClr val="002060"/>
                  </a:solidFill>
                  <a:latin typeface="Calibri"/>
                  <a:ea typeface="Calibri"/>
                  <a:cs typeface="Calibri"/>
                  <a:sym typeface="Calibri"/>
                </a:rPr>
                <a:t>shortest paths</a:t>
              </a:r>
              <a:r>
                <a:rPr lang="en-US" sz="1600">
                  <a:solidFill>
                    <a:srgbClr val="1E293B"/>
                  </a:solidFill>
                  <a:latin typeface="Calibri"/>
                  <a:ea typeface="Calibri"/>
                  <a:cs typeface="Calibri"/>
                  <a:sym typeface="Calibri"/>
                </a:rPr>
                <a:t> using </a:t>
              </a:r>
              <a:r>
                <a:rPr lang="en-US" sz="1600" b="1">
                  <a:solidFill>
                    <a:srgbClr val="002060"/>
                  </a:solidFill>
                  <a:latin typeface="Calibri"/>
                  <a:ea typeface="Calibri"/>
                  <a:cs typeface="Calibri"/>
                  <a:sym typeface="Calibri"/>
                </a:rPr>
                <a:t>30 selected inspection targets</a:t>
              </a:r>
              <a:r>
                <a:rPr lang="en-US" sz="1600">
                  <a:solidFill>
                    <a:srgbClr val="1E293B"/>
                  </a:solidFill>
                  <a:latin typeface="Calibri"/>
                  <a:ea typeface="Calibri"/>
                  <a:cs typeface="Calibri"/>
                  <a:sym typeface="Calibri"/>
                </a:rPr>
                <a:t> (10 from each dataset) on the weighted infrastructure graph.</a:t>
              </a:r>
              <a:endParaRPr sz="1600">
                <a:solidFill>
                  <a:srgbClr val="1E293B"/>
                </a:solidFill>
                <a:latin typeface="Calibri"/>
                <a:ea typeface="Calibri"/>
                <a:cs typeface="Calibri"/>
                <a:sym typeface="Calibri"/>
              </a:endParaRPr>
            </a:p>
          </p:txBody>
        </p:sp>
      </p:grpSp>
      <p:grpSp>
        <p:nvGrpSpPr>
          <p:cNvPr id="547" name="Google Shape;547;p54"/>
          <p:cNvGrpSpPr/>
          <p:nvPr/>
        </p:nvGrpSpPr>
        <p:grpSpPr>
          <a:xfrm>
            <a:off x="838200" y="2471823"/>
            <a:ext cx="3048000" cy="2667000"/>
            <a:chOff x="838200" y="2190748"/>
            <a:chExt cx="3048000" cy="2667000"/>
          </a:xfrm>
        </p:grpSpPr>
        <p:sp>
          <p:nvSpPr>
            <p:cNvPr id="548" name="Google Shape;548;p54"/>
            <p:cNvSpPr/>
            <p:nvPr/>
          </p:nvSpPr>
          <p:spPr>
            <a:xfrm>
              <a:off x="838200" y="2190748"/>
              <a:ext cx="3048000" cy="2667000"/>
            </a:xfrm>
            <a:prstGeom prst="roundRect">
              <a:avLst>
                <a:gd name="adj" fmla="val 5357"/>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49" name="Google Shape;549;p54"/>
            <p:cNvSpPr txBox="1"/>
            <p:nvPr/>
          </p:nvSpPr>
          <p:spPr>
            <a:xfrm>
              <a:off x="1028700" y="2381248"/>
              <a:ext cx="2667000" cy="22860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i="0" u="none" strike="noStrike">
                  <a:solidFill>
                    <a:srgbClr val="002060"/>
                  </a:solidFill>
                  <a:latin typeface="Calibri"/>
                  <a:ea typeface="Calibri"/>
                  <a:cs typeface="Calibri"/>
                  <a:sym typeface="Calibri"/>
                </a:rPr>
                <a:t>Graph Data: paths.csv</a:t>
              </a:r>
              <a:endParaRPr sz="1800" b="1" i="0" u="none" strike="noStrike">
                <a:solidFill>
                  <a:srgbClr val="002060"/>
                </a:solidFill>
                <a:latin typeface="Calibri"/>
                <a:ea typeface="Calibri"/>
                <a:cs typeface="Calibri"/>
                <a:sym typeface="Calibri"/>
              </a:endParaRPr>
            </a:p>
            <a:p>
              <a:pPr marL="0" lvl="0" indent="0" algn="l" rtl="0">
                <a:spcBef>
                  <a:spcPts val="1125"/>
                </a:spcBef>
                <a:spcAft>
                  <a:spcPts val="0"/>
                </a:spcAft>
                <a:buNone/>
              </a:pPr>
              <a:r>
                <a:rPr lang="en-US" sz="1100" b="0" i="0" u="none" strike="noStrike">
                  <a:solidFill>
                    <a:srgbClr val="334155"/>
                  </a:solidFill>
                  <a:latin typeface="Calibri"/>
                  <a:ea typeface="Calibri"/>
                  <a:cs typeface="Calibri"/>
                  <a:sym typeface="Calibri"/>
                </a:rPr>
                <a:t>Contains edge information for an undirected weighted graph.</a:t>
              </a:r>
              <a:endParaRPr sz="1100" b="0" i="0" u="none" strike="noStrike">
                <a:solidFill>
                  <a:srgbClr val="334155"/>
                </a:solidFill>
                <a:latin typeface="Calibri"/>
                <a:ea typeface="Calibri"/>
                <a:cs typeface="Calibri"/>
                <a:sym typeface="Calibri"/>
              </a:endParaRPr>
            </a:p>
            <a:p>
              <a:pPr marL="457200" lvl="0" indent="-298450" algn="l" rtl="0">
                <a:spcBef>
                  <a:spcPts val="1500"/>
                </a:spcBef>
                <a:spcAft>
                  <a:spcPts val="0"/>
                </a:spcAft>
                <a:buClr>
                  <a:srgbClr val="475569"/>
                </a:buClr>
                <a:buSzPts val="1100"/>
                <a:buFont typeface="Calibri"/>
                <a:buChar char="●"/>
              </a:pPr>
              <a:r>
                <a:rPr lang="en-US" sz="1100" b="0" i="0" u="none" strike="noStrike">
                  <a:solidFill>
                    <a:srgbClr val="475569"/>
                  </a:solidFill>
                  <a:latin typeface="Calibri"/>
                  <a:ea typeface="Calibri"/>
                  <a:cs typeface="Calibri"/>
                  <a:sym typeface="Calibri"/>
                </a:rPr>
                <a:t>from_location</a:t>
              </a:r>
              <a:endParaRPr sz="1100" b="0" i="0" u="none" strike="noStrike">
                <a:solidFill>
                  <a:srgbClr val="475569"/>
                </a:solidFill>
                <a:latin typeface="Calibri"/>
                <a:ea typeface="Calibri"/>
                <a:cs typeface="Calibri"/>
                <a:sym typeface="Calibri"/>
              </a:endParaRPr>
            </a:p>
            <a:p>
              <a:pPr marL="457200" lvl="0" indent="-298450" algn="l" rtl="0">
                <a:spcBef>
                  <a:spcPts val="750"/>
                </a:spcBef>
                <a:spcAft>
                  <a:spcPts val="0"/>
                </a:spcAft>
                <a:buClr>
                  <a:srgbClr val="475569"/>
                </a:buClr>
                <a:buSzPts val="1100"/>
                <a:buFont typeface="Calibri"/>
                <a:buChar char="●"/>
              </a:pPr>
              <a:r>
                <a:rPr lang="en-US" sz="1100" b="0" i="0" u="none" strike="noStrike">
                  <a:solidFill>
                    <a:srgbClr val="475569"/>
                  </a:solidFill>
                  <a:latin typeface="Calibri"/>
                  <a:ea typeface="Calibri"/>
                  <a:cs typeface="Calibri"/>
                  <a:sym typeface="Calibri"/>
                </a:rPr>
                <a:t>to_location</a:t>
              </a:r>
              <a:endParaRPr sz="1100" b="0" i="0" u="none" strike="noStrike">
                <a:solidFill>
                  <a:srgbClr val="475569"/>
                </a:solidFill>
                <a:latin typeface="Calibri"/>
                <a:ea typeface="Calibri"/>
                <a:cs typeface="Calibri"/>
                <a:sym typeface="Calibri"/>
              </a:endParaRPr>
            </a:p>
            <a:p>
              <a:pPr marL="457200" lvl="0" indent="-298450" algn="l" rtl="0">
                <a:spcBef>
                  <a:spcPts val="750"/>
                </a:spcBef>
                <a:spcAft>
                  <a:spcPts val="0"/>
                </a:spcAft>
                <a:buClr>
                  <a:srgbClr val="475569"/>
                </a:buClr>
                <a:buSzPts val="1100"/>
                <a:buFont typeface="Calibri"/>
                <a:buChar char="●"/>
              </a:pPr>
              <a:r>
                <a:rPr lang="en-US" sz="1100" b="0" i="0" u="none" strike="noStrike">
                  <a:solidFill>
                    <a:srgbClr val="475569"/>
                  </a:solidFill>
                  <a:latin typeface="Calibri"/>
                  <a:ea typeface="Calibri"/>
                  <a:cs typeface="Calibri"/>
                  <a:sym typeface="Calibri"/>
                </a:rPr>
                <a:t>weight</a:t>
              </a:r>
              <a:endParaRPr sz="1100" b="0" i="0" u="none" strike="noStrike">
                <a:solidFill>
                  <a:srgbClr val="475569"/>
                </a:solidFill>
                <a:latin typeface="Calibri"/>
                <a:ea typeface="Calibri"/>
                <a:cs typeface="Calibri"/>
                <a:sym typeface="Calibri"/>
              </a:endParaRPr>
            </a:p>
          </p:txBody>
        </p:sp>
      </p:grpSp>
      <p:sp>
        <p:nvSpPr>
          <p:cNvPr id="550" name="Google Shape;550;p54"/>
          <p:cNvSpPr txBox="1">
            <a:spLocks noGrp="1"/>
          </p:cNvSpPr>
          <p:nvPr>
            <p:ph type="sldNum" idx="12"/>
          </p:nvPr>
        </p:nvSpPr>
        <p:spPr>
          <a:xfrm>
            <a:off x="90678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grpSp>
        <p:nvGrpSpPr>
          <p:cNvPr id="551" name="Google Shape;551;p54"/>
          <p:cNvGrpSpPr/>
          <p:nvPr/>
        </p:nvGrpSpPr>
        <p:grpSpPr>
          <a:xfrm>
            <a:off x="4076700" y="2471825"/>
            <a:ext cx="5715000" cy="2667000"/>
            <a:chOff x="4076700" y="2190750"/>
            <a:chExt cx="5715000" cy="2667000"/>
          </a:xfrm>
        </p:grpSpPr>
        <p:sp>
          <p:nvSpPr>
            <p:cNvPr id="552" name="Google Shape;552;p54"/>
            <p:cNvSpPr/>
            <p:nvPr/>
          </p:nvSpPr>
          <p:spPr>
            <a:xfrm>
              <a:off x="4076700" y="2190750"/>
              <a:ext cx="5715000" cy="2667000"/>
            </a:xfrm>
            <a:prstGeom prst="roundRect">
              <a:avLst>
                <a:gd name="adj" fmla="val 5357"/>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53" name="Google Shape;553;p54"/>
            <p:cNvSpPr txBox="1"/>
            <p:nvPr/>
          </p:nvSpPr>
          <p:spPr>
            <a:xfrm>
              <a:off x="4267200" y="2333625"/>
              <a:ext cx="5334000" cy="2381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400" b="1">
                  <a:solidFill>
                    <a:srgbClr val="002060"/>
                  </a:solidFill>
                  <a:latin typeface="Calibri"/>
                  <a:ea typeface="Calibri"/>
                  <a:cs typeface="Calibri"/>
                  <a:sym typeface="Calibri"/>
                </a:rPr>
                <a:t>Pathfinding Scenarios</a:t>
              </a:r>
              <a:endParaRPr sz="1400" b="1">
                <a:solidFill>
                  <a:srgbClr val="002060"/>
                </a:solidFill>
                <a:latin typeface="Calibri"/>
                <a:ea typeface="Calibri"/>
                <a:cs typeface="Calibri"/>
                <a:sym typeface="Calibri"/>
              </a:endParaRPr>
            </a:p>
            <a:p>
              <a:pPr marL="0" lvl="0" indent="0" algn="l" rtl="0">
                <a:spcBef>
                  <a:spcPts val="900"/>
                </a:spcBef>
                <a:spcAft>
                  <a:spcPts val="0"/>
                </a:spcAft>
                <a:buNone/>
              </a:pPr>
              <a:r>
                <a:rPr lang="en-US" sz="1100" b="1">
                  <a:solidFill>
                    <a:srgbClr val="3B82F6"/>
                  </a:solidFill>
                  <a:latin typeface="Calibri"/>
                  <a:ea typeface="Calibri"/>
                  <a:cs typeface="Calibri"/>
                  <a:sym typeface="Calibri"/>
                </a:rPr>
                <a:t>Case 1:</a:t>
              </a:r>
              <a:r>
                <a:rPr lang="en-US" sz="1100">
                  <a:solidFill>
                    <a:srgbClr val="1E293B"/>
                  </a:solidFill>
                  <a:latin typeface="Calibri"/>
                  <a:ea typeface="Calibri"/>
                  <a:cs typeface="Calibri"/>
                  <a:sym typeface="Calibri"/>
                </a:rPr>
                <a:t> From 1st selected location in Dataset A to itself.</a:t>
              </a:r>
              <a:endParaRPr sz="1100">
                <a:solidFill>
                  <a:srgbClr val="1E293B"/>
                </a:solidFill>
                <a:latin typeface="Calibri"/>
                <a:ea typeface="Calibri"/>
                <a:cs typeface="Calibri"/>
                <a:sym typeface="Calibri"/>
              </a:endParaRPr>
            </a:p>
            <a:p>
              <a:pPr marL="0" lvl="0" indent="0" algn="l" rtl="0">
                <a:spcBef>
                  <a:spcPts val="600"/>
                </a:spcBef>
                <a:spcAft>
                  <a:spcPts val="0"/>
                </a:spcAft>
                <a:buNone/>
              </a:pPr>
              <a:r>
                <a:rPr lang="en-US" sz="1100" b="1">
                  <a:solidFill>
                    <a:srgbClr val="3B82F6"/>
                  </a:solidFill>
                  <a:latin typeface="Calibri"/>
                  <a:ea typeface="Calibri"/>
                  <a:cs typeface="Calibri"/>
                  <a:sym typeface="Calibri"/>
                </a:rPr>
                <a:t>Case 2:</a:t>
              </a:r>
              <a:r>
                <a:rPr lang="en-US" sz="1100">
                  <a:solidFill>
                    <a:srgbClr val="1E293B"/>
                  </a:solidFill>
                  <a:latin typeface="Calibri"/>
                  <a:ea typeface="Calibri"/>
                  <a:cs typeface="Calibri"/>
                  <a:sym typeface="Calibri"/>
                </a:rPr>
                <a:t> From 1st location in Dataset A to 10th location in Dataset A.</a:t>
              </a:r>
              <a:endParaRPr sz="1100">
                <a:solidFill>
                  <a:srgbClr val="1E293B"/>
                </a:solidFill>
                <a:latin typeface="Calibri"/>
                <a:ea typeface="Calibri"/>
                <a:cs typeface="Calibri"/>
                <a:sym typeface="Calibri"/>
              </a:endParaRPr>
            </a:p>
            <a:p>
              <a:pPr marL="0" lvl="0" indent="0" algn="l" rtl="0">
                <a:spcBef>
                  <a:spcPts val="600"/>
                </a:spcBef>
                <a:spcAft>
                  <a:spcPts val="0"/>
                </a:spcAft>
                <a:buNone/>
              </a:pPr>
              <a:r>
                <a:rPr lang="en-US" sz="1100" b="1">
                  <a:solidFill>
                    <a:srgbClr val="3B82F6"/>
                  </a:solidFill>
                  <a:latin typeface="Calibri"/>
                  <a:ea typeface="Calibri"/>
                  <a:cs typeface="Calibri"/>
                  <a:sym typeface="Calibri"/>
                </a:rPr>
                <a:t>Case 3:</a:t>
              </a:r>
              <a:r>
                <a:rPr lang="en-US" sz="1100">
                  <a:solidFill>
                    <a:srgbClr val="1E293B"/>
                  </a:solidFill>
                  <a:latin typeface="Calibri"/>
                  <a:ea typeface="Calibri"/>
                  <a:cs typeface="Calibri"/>
                  <a:sym typeface="Calibri"/>
                </a:rPr>
                <a:t> From 1st location in Dataset A to 1st location in Dataset B, via 5th location in Dataset B.</a:t>
              </a:r>
              <a:endParaRPr sz="1100">
                <a:solidFill>
                  <a:srgbClr val="1E293B"/>
                </a:solidFill>
                <a:latin typeface="Calibri"/>
                <a:ea typeface="Calibri"/>
                <a:cs typeface="Calibri"/>
                <a:sym typeface="Calibri"/>
              </a:endParaRPr>
            </a:p>
            <a:p>
              <a:pPr marL="0" lvl="0" indent="0" algn="l" rtl="0">
                <a:spcBef>
                  <a:spcPts val="600"/>
                </a:spcBef>
                <a:spcAft>
                  <a:spcPts val="0"/>
                </a:spcAft>
                <a:buNone/>
              </a:pPr>
              <a:r>
                <a:rPr lang="en-US" sz="1100" b="1">
                  <a:solidFill>
                    <a:srgbClr val="3B82F6"/>
                  </a:solidFill>
                  <a:latin typeface="Calibri"/>
                  <a:ea typeface="Calibri"/>
                  <a:cs typeface="Calibri"/>
                  <a:sym typeface="Calibri"/>
                </a:rPr>
                <a:t>Case 4:</a:t>
              </a:r>
              <a:r>
                <a:rPr lang="en-US" sz="1100">
                  <a:solidFill>
                    <a:srgbClr val="1E293B"/>
                  </a:solidFill>
                  <a:latin typeface="Calibri"/>
                  <a:ea typeface="Calibri"/>
                  <a:cs typeface="Calibri"/>
                  <a:sym typeface="Calibri"/>
                </a:rPr>
                <a:t> From 1st location in Dataset A to 1st location in Dataset C, passing through 5th location in Dataset B then 5th location in Dataset C.</a:t>
              </a:r>
              <a:endParaRPr sz="1100">
                <a:solidFill>
                  <a:srgbClr val="1E293B"/>
                </a:solidFill>
                <a:latin typeface="Calibri"/>
                <a:ea typeface="Calibri"/>
                <a:cs typeface="Calibri"/>
                <a:sym typeface="Calibri"/>
              </a:endParaRPr>
            </a:p>
          </p:txBody>
        </p:sp>
      </p:grpSp>
      <p:pic>
        <p:nvPicPr>
          <p:cNvPr id="554" name="Google Shape;554;p54"/>
          <p:cNvPicPr preferRelativeResize="0"/>
          <p:nvPr/>
        </p:nvPicPr>
        <p:blipFill rotWithShape="1">
          <a:blip r:embed="rId4">
            <a:alphaModFix amt="7000"/>
          </a:blip>
          <a:srcRect/>
          <a:stretch/>
        </p:blipFill>
        <p:spPr>
          <a:xfrm>
            <a:off x="10277320" y="0"/>
            <a:ext cx="1821117" cy="68579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pic>
        <p:nvPicPr>
          <p:cNvPr id="574" name="Google Shape;574;p57"/>
          <p:cNvPicPr preferRelativeResize="0"/>
          <p:nvPr/>
        </p:nvPicPr>
        <p:blipFill rotWithShape="1">
          <a:blip r:embed="rId3">
            <a:alphaModFix/>
          </a:blip>
          <a:srcRect t="70" b="80"/>
          <a:stretch/>
        </p:blipFill>
        <p:spPr>
          <a:xfrm>
            <a:off x="11059287" y="6095743"/>
            <a:ext cx="413400" cy="521100"/>
          </a:xfrm>
          <a:prstGeom prst="rect">
            <a:avLst/>
          </a:prstGeom>
          <a:noFill/>
          <a:ln>
            <a:noFill/>
          </a:ln>
        </p:spPr>
      </p:pic>
      <p:sp>
        <p:nvSpPr>
          <p:cNvPr id="575" name="Google Shape;575;p57"/>
          <p:cNvSpPr txBox="1">
            <a:spLocks noGrp="1"/>
          </p:cNvSpPr>
          <p:nvPr>
            <p:ph type="sldNum" idx="12"/>
          </p:nvPr>
        </p:nvSpPr>
        <p:spPr>
          <a:xfrm>
            <a:off x="9067800" y="6356350"/>
            <a:ext cx="2743200" cy="365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US"/>
              <a:t>15</a:t>
            </a:fld>
            <a:endParaRPr/>
          </a:p>
        </p:txBody>
      </p:sp>
      <p:pic>
        <p:nvPicPr>
          <p:cNvPr id="576" name="Google Shape;576;p57"/>
          <p:cNvPicPr preferRelativeResize="0"/>
          <p:nvPr/>
        </p:nvPicPr>
        <p:blipFill rotWithShape="1">
          <a:blip r:embed="rId3">
            <a:alphaModFix/>
          </a:blip>
          <a:srcRect t="70" b="80"/>
          <a:stretch/>
        </p:blipFill>
        <p:spPr>
          <a:xfrm>
            <a:off x="11059287" y="6095743"/>
            <a:ext cx="413400" cy="521100"/>
          </a:xfrm>
          <a:prstGeom prst="rect">
            <a:avLst/>
          </a:prstGeom>
          <a:noFill/>
          <a:ln>
            <a:noFill/>
          </a:ln>
        </p:spPr>
      </p:pic>
      <p:sp>
        <p:nvSpPr>
          <p:cNvPr id="577" name="Google Shape;577;p57"/>
          <p:cNvSpPr txBox="1">
            <a:spLocks noGrp="1"/>
          </p:cNvSpPr>
          <p:nvPr>
            <p:ph type="title"/>
          </p:nvPr>
        </p:nvSpPr>
        <p:spPr>
          <a:xfrm>
            <a:off x="571500" y="381000"/>
            <a:ext cx="9525000" cy="762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2800" b="1" dirty="0">
                <a:solidFill>
                  <a:srgbClr val="002060"/>
                </a:solidFill>
                <a:latin typeface="Calibri"/>
                <a:ea typeface="Calibri"/>
                <a:cs typeface="Calibri"/>
                <a:sym typeface="Calibri"/>
              </a:rPr>
              <a:t>Task B - Graph Construction</a:t>
            </a:r>
            <a:endParaRPr sz="2800" b="1" dirty="0">
              <a:solidFill>
                <a:srgbClr val="002060"/>
              </a:solidFill>
              <a:latin typeface="Calibri"/>
              <a:ea typeface="Calibri"/>
              <a:cs typeface="Calibri"/>
              <a:sym typeface="Calibri"/>
            </a:endParaRPr>
          </a:p>
        </p:txBody>
      </p:sp>
      <p:sp>
        <p:nvSpPr>
          <p:cNvPr id="578" name="Google Shape;578;p57"/>
          <p:cNvSpPr/>
          <p:nvPr/>
        </p:nvSpPr>
        <p:spPr>
          <a:xfrm>
            <a:off x="571500" y="1333500"/>
            <a:ext cx="8953500" cy="381000"/>
          </a:xfrm>
          <a:prstGeom prst="roundRect">
            <a:avLst>
              <a:gd name="adj" fmla="val 20000"/>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79" name="Google Shape;579;p57"/>
          <p:cNvSpPr txBox="1"/>
          <p:nvPr/>
        </p:nvSpPr>
        <p:spPr>
          <a:xfrm>
            <a:off x="762000" y="1333500"/>
            <a:ext cx="85725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0">
                <a:solidFill>
                  <a:srgbClr val="1E293B"/>
                </a:solidFill>
                <a:latin typeface="Calibri"/>
                <a:ea typeface="Calibri"/>
                <a:cs typeface="Calibri"/>
                <a:sym typeface="Calibri"/>
              </a:rPr>
              <a:t>Implementation of the </a:t>
            </a:r>
            <a:r>
              <a:rPr lang="en-US" sz="1400" b="1">
                <a:solidFill>
                  <a:srgbClr val="002060"/>
                </a:solidFill>
                <a:latin typeface="Calibri"/>
                <a:ea typeface="Calibri"/>
                <a:cs typeface="Calibri"/>
                <a:sym typeface="Calibri"/>
              </a:rPr>
              <a:t>WeightedGraph</a:t>
            </a:r>
            <a:r>
              <a:rPr lang="en-US" sz="1400" b="0">
                <a:solidFill>
                  <a:srgbClr val="1E293B"/>
                </a:solidFill>
                <a:latin typeface="Calibri"/>
                <a:ea typeface="Calibri"/>
                <a:cs typeface="Calibri"/>
                <a:sym typeface="Calibri"/>
              </a:rPr>
              <a:t> class and its core adjacency data structure.</a:t>
            </a:r>
            <a:endParaRPr sz="1400" b="0">
              <a:solidFill>
                <a:srgbClr val="1E293B"/>
              </a:solidFill>
              <a:latin typeface="Calibri"/>
              <a:ea typeface="Calibri"/>
              <a:cs typeface="Calibri"/>
              <a:sym typeface="Calibri"/>
            </a:endParaRPr>
          </a:p>
        </p:txBody>
      </p:sp>
      <p:sp>
        <p:nvSpPr>
          <p:cNvPr id="580" name="Google Shape;580;p57"/>
          <p:cNvSpPr/>
          <p:nvPr/>
        </p:nvSpPr>
        <p:spPr>
          <a:xfrm>
            <a:off x="571500" y="1905000"/>
            <a:ext cx="6286500" cy="4191000"/>
          </a:xfrm>
          <a:prstGeom prst="roundRect">
            <a:avLst>
              <a:gd name="adj" fmla="val 2727"/>
            </a:avLst>
          </a:prstGeom>
          <a:solidFill>
            <a:srgbClr val="1E1E1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581" name="Google Shape;581;p57"/>
          <p:cNvGrpSpPr/>
          <p:nvPr/>
        </p:nvGrpSpPr>
        <p:grpSpPr>
          <a:xfrm>
            <a:off x="571500" y="1905000"/>
            <a:ext cx="6286500" cy="333300"/>
            <a:chOff x="571500" y="1905000"/>
            <a:chExt cx="6286500" cy="333300"/>
          </a:xfrm>
        </p:grpSpPr>
        <p:sp>
          <p:nvSpPr>
            <p:cNvPr id="582" name="Google Shape;582;p57"/>
            <p:cNvSpPr/>
            <p:nvPr/>
          </p:nvSpPr>
          <p:spPr>
            <a:xfrm>
              <a:off x="571500" y="1905000"/>
              <a:ext cx="6286500" cy="333300"/>
            </a:xfrm>
            <a:prstGeom prst="roundRect">
              <a:avLst>
                <a:gd name="adj" fmla="val 34285"/>
              </a:avLst>
            </a:prstGeom>
            <a:solidFill>
              <a:srgbClr val="33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3" name="Google Shape;583;p57"/>
            <p:cNvSpPr/>
            <p:nvPr/>
          </p:nvSpPr>
          <p:spPr>
            <a:xfrm>
              <a:off x="571500" y="2095500"/>
              <a:ext cx="6286500" cy="142800"/>
            </a:xfrm>
            <a:prstGeom prst="rect">
              <a:avLst/>
            </a:prstGeom>
            <a:solidFill>
              <a:srgbClr val="33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4" name="Google Shape;584;p57"/>
            <p:cNvSpPr/>
            <p:nvPr/>
          </p:nvSpPr>
          <p:spPr>
            <a:xfrm>
              <a:off x="762000" y="2024063"/>
              <a:ext cx="95400" cy="95400"/>
            </a:xfrm>
            <a:prstGeom prst="ellipse">
              <a:avLst/>
            </a:prstGeom>
            <a:solidFill>
              <a:srgbClr val="FF5F5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5" name="Google Shape;585;p57"/>
            <p:cNvSpPr/>
            <p:nvPr/>
          </p:nvSpPr>
          <p:spPr>
            <a:xfrm>
              <a:off x="952500" y="2024063"/>
              <a:ext cx="95400" cy="95400"/>
            </a:xfrm>
            <a:prstGeom prst="ellipse">
              <a:avLst/>
            </a:prstGeom>
            <a:solidFill>
              <a:srgbClr val="FFBD2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6" name="Google Shape;586;p57"/>
            <p:cNvSpPr/>
            <p:nvPr/>
          </p:nvSpPr>
          <p:spPr>
            <a:xfrm>
              <a:off x="1143000" y="2024063"/>
              <a:ext cx="95400" cy="95400"/>
            </a:xfrm>
            <a:prstGeom prst="ellipse">
              <a:avLst/>
            </a:prstGeom>
            <a:solidFill>
              <a:srgbClr val="27C93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587" name="Google Shape;587;p57"/>
          <p:cNvSpPr txBox="1">
            <a:spLocks noGrp="1"/>
          </p:cNvSpPr>
          <p:nvPr>
            <p:ph type="body" idx="1"/>
          </p:nvPr>
        </p:nvSpPr>
        <p:spPr>
          <a:xfrm>
            <a:off x="762000" y="2286000"/>
            <a:ext cx="5905500" cy="36195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659" b="0" dirty="0">
                <a:solidFill>
                  <a:srgbClr val="569CD6"/>
                </a:solidFill>
                <a:latin typeface="Courier New"/>
                <a:ea typeface="Courier New"/>
                <a:cs typeface="Courier New"/>
                <a:sym typeface="Courier New"/>
              </a:rPr>
              <a:t>public class</a:t>
            </a:r>
            <a:r>
              <a:rPr lang="en-US" sz="659" b="0" dirty="0">
                <a:solidFill>
                  <a:srgbClr val="D4D4D4"/>
                </a:solidFill>
                <a:latin typeface="Courier New"/>
                <a:ea typeface="Courier New"/>
                <a:cs typeface="Courier New"/>
                <a:sym typeface="Courier New"/>
              </a:rPr>
              <a:t> </a:t>
            </a:r>
            <a:r>
              <a:rPr lang="en-US" sz="659" b="0" dirty="0" err="1">
                <a:solidFill>
                  <a:srgbClr val="4EC9B0"/>
                </a:solidFill>
                <a:latin typeface="Courier New"/>
                <a:ea typeface="Courier New"/>
                <a:cs typeface="Courier New"/>
                <a:sym typeface="Courier New"/>
              </a:rPr>
              <a:t>WeightedGraph</a:t>
            </a:r>
            <a:r>
              <a:rPr lang="en-US" sz="659" b="0" dirty="0">
                <a:solidFill>
                  <a:srgbClr val="D4D4D4"/>
                </a:solidFill>
                <a:latin typeface="Courier New"/>
                <a:ea typeface="Courier New"/>
                <a:cs typeface="Courier New"/>
                <a:sym typeface="Courier New"/>
              </a:rPr>
              <a:t> implements </a:t>
            </a:r>
            <a:r>
              <a:rPr lang="en-US" sz="659" b="0" dirty="0">
                <a:solidFill>
                  <a:srgbClr val="4EC9B0"/>
                </a:solidFill>
                <a:latin typeface="Courier New"/>
                <a:ea typeface="Courier New"/>
                <a:cs typeface="Courier New"/>
                <a:sym typeface="Courier New"/>
              </a:rPr>
              <a:t>Graph</a:t>
            </a:r>
            <a:r>
              <a:rPr lang="en-US" sz="659" b="0" dirty="0">
                <a:solidFill>
                  <a:srgbClr val="D4D4D4"/>
                </a:solidFill>
                <a:latin typeface="Courier New"/>
                <a:ea typeface="Courier New"/>
                <a:cs typeface="Courier New"/>
                <a:sym typeface="Courier New"/>
              </a:rPr>
              <a:t> {</a:t>
            </a:r>
            <a:endParaRPr sz="659" b="0" dirty="0">
              <a:solidFill>
                <a:srgbClr val="D4D4D4"/>
              </a:solidFill>
              <a:latin typeface="Courier New"/>
              <a:ea typeface="Courier New"/>
              <a:cs typeface="Courier New"/>
              <a:sym typeface="Courier New"/>
            </a:endParaRPr>
          </a:p>
          <a:p>
            <a:pPr lvl="2">
              <a:spcBef>
                <a:spcPts val="400"/>
              </a:spcBef>
            </a:pPr>
            <a:r>
              <a:rPr lang="en-US" sz="659" b="0" dirty="0">
                <a:solidFill>
                  <a:srgbClr val="569CD6"/>
                </a:solidFill>
                <a:latin typeface="Courier New"/>
                <a:ea typeface="Courier New"/>
                <a:cs typeface="Courier New"/>
                <a:sym typeface="Courier New"/>
              </a:rPr>
              <a:t>private final</a:t>
            </a:r>
            <a:r>
              <a:rPr lang="en-US" sz="659" b="0" dirty="0">
                <a:solidFill>
                  <a:srgbClr val="D4D4D4"/>
                </a:solidFill>
                <a:latin typeface="Courier New"/>
                <a:ea typeface="Courier New"/>
                <a:cs typeface="Courier New"/>
                <a:sym typeface="Courier New"/>
              </a:rPr>
              <a:t> </a:t>
            </a:r>
            <a:r>
              <a:rPr lang="en-US" sz="659" b="0" dirty="0">
                <a:solidFill>
                  <a:srgbClr val="4EC9B0"/>
                </a:solidFill>
                <a:latin typeface="Courier New"/>
                <a:ea typeface="Courier New"/>
                <a:cs typeface="Courier New"/>
                <a:sym typeface="Courier New"/>
              </a:rPr>
              <a:t>Map</a:t>
            </a:r>
            <a:r>
              <a:rPr lang="en-US" sz="659" b="0" dirty="0">
                <a:solidFill>
                  <a:srgbClr val="D4D4D4"/>
                </a:solidFill>
                <a:latin typeface="Courier New"/>
                <a:ea typeface="Courier New"/>
                <a:cs typeface="Courier New"/>
                <a:sym typeface="Courier New"/>
              </a:rPr>
              <a:t>&lt;</a:t>
            </a:r>
            <a:r>
              <a:rPr lang="en-US" sz="659" b="0" dirty="0">
                <a:solidFill>
                  <a:srgbClr val="4EC9B0"/>
                </a:solidFill>
                <a:latin typeface="Courier New"/>
                <a:ea typeface="Courier New"/>
                <a:cs typeface="Courier New"/>
                <a:sym typeface="Courier New"/>
              </a:rPr>
              <a:t>String</a:t>
            </a:r>
            <a:r>
              <a:rPr lang="en-US" sz="659" b="0" dirty="0">
                <a:solidFill>
                  <a:srgbClr val="D4D4D4"/>
                </a:solidFill>
                <a:latin typeface="Courier New"/>
                <a:ea typeface="Courier New"/>
                <a:cs typeface="Courier New"/>
                <a:sym typeface="Courier New"/>
              </a:rPr>
              <a:t>, </a:t>
            </a:r>
            <a:r>
              <a:rPr lang="en-US" sz="659" b="0" dirty="0">
                <a:solidFill>
                  <a:srgbClr val="4EC9B0"/>
                </a:solidFill>
                <a:latin typeface="Courier New"/>
                <a:ea typeface="Courier New"/>
                <a:cs typeface="Courier New"/>
                <a:sym typeface="Courier New"/>
              </a:rPr>
              <a:t>List</a:t>
            </a:r>
            <a:r>
              <a:rPr lang="en-US" sz="659" b="0" dirty="0">
                <a:solidFill>
                  <a:srgbClr val="D4D4D4"/>
                </a:solidFill>
                <a:latin typeface="Courier New"/>
                <a:ea typeface="Courier New"/>
                <a:cs typeface="Courier New"/>
                <a:sym typeface="Courier New"/>
              </a:rPr>
              <a:t>&lt;</a:t>
            </a:r>
            <a:r>
              <a:rPr lang="en-US" sz="659" b="0" dirty="0">
                <a:solidFill>
                  <a:srgbClr val="4EC9B0"/>
                </a:solidFill>
                <a:latin typeface="Courier New"/>
                <a:ea typeface="Courier New"/>
                <a:cs typeface="Courier New"/>
                <a:sym typeface="Courier New"/>
              </a:rPr>
              <a:t>Edge</a:t>
            </a:r>
            <a:r>
              <a:rPr lang="en-US" sz="659" b="0" dirty="0">
                <a:solidFill>
                  <a:srgbClr val="D4D4D4"/>
                </a:solidFill>
                <a:latin typeface="Courier New"/>
                <a:ea typeface="Courier New"/>
                <a:cs typeface="Courier New"/>
                <a:sym typeface="Courier New"/>
              </a:rPr>
              <a:t>&gt;&gt; </a:t>
            </a:r>
            <a:r>
              <a:rPr lang="en-US" sz="659" b="0" dirty="0">
                <a:solidFill>
                  <a:srgbClr val="9CDCFE"/>
                </a:solidFill>
                <a:latin typeface="Courier New"/>
                <a:ea typeface="Courier New"/>
                <a:cs typeface="Courier New"/>
                <a:sym typeface="Courier New"/>
              </a:rPr>
              <a:t>adjacency</a:t>
            </a:r>
            <a:r>
              <a:rPr lang="en-US" sz="659" b="0" dirty="0">
                <a:solidFill>
                  <a:srgbClr val="D4D4D4"/>
                </a:solidFill>
                <a:latin typeface="Courier New"/>
                <a:ea typeface="Courier New"/>
                <a:cs typeface="Courier New"/>
                <a:sym typeface="Courier New"/>
              </a:rPr>
              <a:t> = </a:t>
            </a:r>
            <a:r>
              <a:rPr lang="en-US" sz="659" b="0" dirty="0">
                <a:solidFill>
                  <a:srgbClr val="C586C0"/>
                </a:solidFill>
                <a:latin typeface="Courier New"/>
                <a:ea typeface="Courier New"/>
                <a:cs typeface="Courier New"/>
                <a:sym typeface="Courier New"/>
              </a:rPr>
              <a:t>new</a:t>
            </a:r>
            <a:r>
              <a:rPr lang="en-US" sz="659" b="0" dirty="0">
                <a:solidFill>
                  <a:srgbClr val="D4D4D4"/>
                </a:solidFill>
                <a:latin typeface="Courier New"/>
                <a:ea typeface="Courier New"/>
                <a:cs typeface="Courier New"/>
                <a:sym typeface="Courier New"/>
              </a:rPr>
              <a:t> </a:t>
            </a:r>
            <a:r>
              <a:rPr lang="en-US" sz="659" b="0" dirty="0">
                <a:solidFill>
                  <a:srgbClr val="4EC9B0"/>
                </a:solidFill>
                <a:latin typeface="Courier New"/>
                <a:ea typeface="Courier New"/>
                <a:cs typeface="Courier New"/>
                <a:sym typeface="Courier New"/>
              </a:rPr>
              <a:t>HashMap</a:t>
            </a:r>
            <a:r>
              <a:rPr lang="en-US" sz="659" b="0" dirty="0">
                <a:solidFill>
                  <a:srgbClr val="D4D4D4"/>
                </a:solidFill>
                <a:latin typeface="Courier New"/>
                <a:ea typeface="Courier New"/>
                <a:cs typeface="Courier New"/>
                <a:sym typeface="Courier New"/>
              </a:rPr>
              <a:t>&lt;&gt;();</a:t>
            </a:r>
            <a:endParaRPr sz="659" b="0" dirty="0">
              <a:solidFill>
                <a:srgbClr val="D4D4D4"/>
              </a:solidFill>
              <a:latin typeface="Courier New"/>
              <a:ea typeface="Courier New"/>
              <a:cs typeface="Courier New"/>
              <a:sym typeface="Courier New"/>
            </a:endParaRPr>
          </a:p>
          <a:p>
            <a:pPr lvl="2">
              <a:spcBef>
                <a:spcPts val="400"/>
              </a:spcBef>
            </a:pPr>
            <a:r>
              <a:rPr lang="en-US" sz="659" b="0" dirty="0">
                <a:solidFill>
                  <a:srgbClr val="569CD6"/>
                </a:solidFill>
                <a:latin typeface="Courier New"/>
                <a:ea typeface="Courier New"/>
                <a:cs typeface="Courier New"/>
                <a:sym typeface="Courier New"/>
              </a:rPr>
              <a:t>public void</a:t>
            </a:r>
            <a:r>
              <a:rPr lang="en-US" sz="659" b="0" dirty="0">
                <a:solidFill>
                  <a:srgbClr val="D4D4D4"/>
                </a:solidFill>
                <a:latin typeface="Courier New"/>
                <a:ea typeface="Courier New"/>
                <a:cs typeface="Courier New"/>
                <a:sym typeface="Courier New"/>
              </a:rPr>
              <a:t> </a:t>
            </a:r>
            <a:r>
              <a:rPr lang="en-US" sz="659" b="0" dirty="0" err="1">
                <a:solidFill>
                  <a:srgbClr val="DCDCAA"/>
                </a:solidFill>
                <a:latin typeface="Courier New"/>
                <a:ea typeface="Courier New"/>
                <a:cs typeface="Courier New"/>
                <a:sym typeface="Courier New"/>
              </a:rPr>
              <a:t>addUndirectedEdge</a:t>
            </a:r>
            <a:r>
              <a:rPr lang="en-US" sz="659" b="0" dirty="0">
                <a:solidFill>
                  <a:srgbClr val="D4D4D4"/>
                </a:solidFill>
                <a:latin typeface="Courier New"/>
                <a:ea typeface="Courier New"/>
                <a:cs typeface="Courier New"/>
                <a:sym typeface="Courier New"/>
              </a:rPr>
              <a:t>(</a:t>
            </a:r>
            <a:r>
              <a:rPr lang="en-US" sz="659" b="0" dirty="0">
                <a:solidFill>
                  <a:srgbClr val="4EC9B0"/>
                </a:solidFill>
                <a:latin typeface="Courier New"/>
                <a:ea typeface="Courier New"/>
                <a:cs typeface="Courier New"/>
                <a:sym typeface="Courier New"/>
              </a:rPr>
              <a:t>String</a:t>
            </a:r>
            <a:r>
              <a:rPr lang="en-US" sz="659" b="0" dirty="0">
                <a:solidFill>
                  <a:srgbClr val="D4D4D4"/>
                </a:solidFill>
                <a:latin typeface="Courier New"/>
                <a:ea typeface="Courier New"/>
                <a:cs typeface="Courier New"/>
                <a:sym typeface="Courier New"/>
              </a:rPr>
              <a:t> a, </a:t>
            </a:r>
            <a:r>
              <a:rPr lang="en-US" sz="659" b="0" dirty="0">
                <a:solidFill>
                  <a:srgbClr val="4EC9B0"/>
                </a:solidFill>
                <a:latin typeface="Courier New"/>
                <a:ea typeface="Courier New"/>
                <a:cs typeface="Courier New"/>
                <a:sym typeface="Courier New"/>
              </a:rPr>
              <a:t>String</a:t>
            </a:r>
            <a:r>
              <a:rPr lang="en-US" sz="659" b="0" dirty="0">
                <a:solidFill>
                  <a:srgbClr val="D4D4D4"/>
                </a:solidFill>
                <a:latin typeface="Courier New"/>
                <a:ea typeface="Courier New"/>
                <a:cs typeface="Courier New"/>
                <a:sym typeface="Courier New"/>
              </a:rPr>
              <a:t> b, </a:t>
            </a:r>
            <a:r>
              <a:rPr lang="en-US" sz="659" b="0" dirty="0">
                <a:solidFill>
                  <a:srgbClr val="569CD6"/>
                </a:solidFill>
                <a:latin typeface="Courier New"/>
                <a:ea typeface="Courier New"/>
                <a:cs typeface="Courier New"/>
                <a:sym typeface="Courier New"/>
              </a:rPr>
              <a:t>int</a:t>
            </a:r>
            <a:r>
              <a:rPr lang="en-US" sz="659" b="0" dirty="0">
                <a:solidFill>
                  <a:srgbClr val="D4D4D4"/>
                </a:solidFill>
                <a:latin typeface="Courier New"/>
                <a:ea typeface="Courier New"/>
                <a:cs typeface="Courier New"/>
                <a:sym typeface="Courier New"/>
              </a:rPr>
              <a:t> weight) {</a:t>
            </a:r>
            <a:endParaRPr sz="659" b="0" dirty="0">
              <a:solidFill>
                <a:srgbClr val="D4D4D4"/>
              </a:solidFill>
              <a:latin typeface="Courier New"/>
              <a:ea typeface="Courier New"/>
              <a:cs typeface="Courier New"/>
              <a:sym typeface="Courier New"/>
            </a:endParaRPr>
          </a:p>
          <a:p>
            <a:pPr lvl="2" indent="457200">
              <a:spcBef>
                <a:spcPts val="400"/>
              </a:spcBef>
            </a:pPr>
            <a:r>
              <a:rPr lang="en-US" sz="659" b="0" dirty="0" err="1">
                <a:solidFill>
                  <a:srgbClr val="9CDCFE"/>
                </a:solidFill>
                <a:latin typeface="Courier New"/>
                <a:ea typeface="Courier New"/>
                <a:cs typeface="Courier New"/>
                <a:sym typeface="Courier New"/>
              </a:rPr>
              <a:t>adjacency</a:t>
            </a:r>
            <a:r>
              <a:rPr lang="en-US" sz="659" b="0" dirty="0" err="1">
                <a:solidFill>
                  <a:srgbClr val="D4D4D4"/>
                </a:solidFill>
                <a:latin typeface="Courier New"/>
                <a:ea typeface="Courier New"/>
                <a:cs typeface="Courier New"/>
                <a:sym typeface="Courier New"/>
              </a:rPr>
              <a:t>.</a:t>
            </a:r>
            <a:r>
              <a:rPr lang="en-US" sz="659" b="0" dirty="0" err="1">
                <a:solidFill>
                  <a:srgbClr val="DCDCAA"/>
                </a:solidFill>
                <a:latin typeface="Courier New"/>
                <a:ea typeface="Courier New"/>
                <a:cs typeface="Courier New"/>
                <a:sym typeface="Courier New"/>
              </a:rPr>
              <a:t>computeIfAbsent</a:t>
            </a:r>
            <a:r>
              <a:rPr lang="en-US" sz="659" b="0" dirty="0">
                <a:solidFill>
                  <a:srgbClr val="D4D4D4"/>
                </a:solidFill>
                <a:latin typeface="Courier New"/>
                <a:ea typeface="Courier New"/>
                <a:cs typeface="Courier New"/>
                <a:sym typeface="Courier New"/>
              </a:rPr>
              <a:t>(a, k -&gt; </a:t>
            </a:r>
            <a:r>
              <a:rPr lang="en-US" sz="659" b="0" dirty="0">
                <a:solidFill>
                  <a:srgbClr val="C586C0"/>
                </a:solidFill>
                <a:latin typeface="Courier New"/>
                <a:ea typeface="Courier New"/>
                <a:cs typeface="Courier New"/>
                <a:sym typeface="Courier New"/>
              </a:rPr>
              <a:t>new</a:t>
            </a:r>
            <a:r>
              <a:rPr lang="en-US" sz="659" b="0" dirty="0">
                <a:solidFill>
                  <a:srgbClr val="D4D4D4"/>
                </a:solidFill>
                <a:latin typeface="Courier New"/>
                <a:ea typeface="Courier New"/>
                <a:cs typeface="Courier New"/>
                <a:sym typeface="Courier New"/>
              </a:rPr>
              <a:t> </a:t>
            </a:r>
            <a:r>
              <a:rPr lang="en-US" sz="659" b="0" dirty="0" err="1">
                <a:solidFill>
                  <a:srgbClr val="4EC9B0"/>
                </a:solidFill>
                <a:latin typeface="Courier New"/>
                <a:ea typeface="Courier New"/>
                <a:cs typeface="Courier New"/>
                <a:sym typeface="Courier New"/>
              </a:rPr>
              <a:t>ArrayList</a:t>
            </a:r>
            <a:r>
              <a:rPr lang="en-US" sz="659" b="0" dirty="0">
                <a:solidFill>
                  <a:srgbClr val="D4D4D4"/>
                </a:solidFill>
                <a:latin typeface="Courier New"/>
                <a:ea typeface="Courier New"/>
                <a:cs typeface="Courier New"/>
                <a:sym typeface="Courier New"/>
              </a:rPr>
              <a:t>&lt;&gt;()).</a:t>
            </a:r>
            <a:r>
              <a:rPr lang="en-US" sz="659" b="0" dirty="0">
                <a:solidFill>
                  <a:srgbClr val="DCDCAA"/>
                </a:solidFill>
                <a:latin typeface="Courier New"/>
                <a:ea typeface="Courier New"/>
                <a:cs typeface="Courier New"/>
                <a:sym typeface="Courier New"/>
              </a:rPr>
              <a:t>add</a:t>
            </a:r>
            <a:r>
              <a:rPr lang="en-US" sz="659" b="0" dirty="0">
                <a:solidFill>
                  <a:srgbClr val="D4D4D4"/>
                </a:solidFill>
                <a:latin typeface="Courier New"/>
                <a:ea typeface="Courier New"/>
                <a:cs typeface="Courier New"/>
                <a:sym typeface="Courier New"/>
              </a:rPr>
              <a:t>(</a:t>
            </a:r>
            <a:r>
              <a:rPr lang="en-US" sz="659" b="0" dirty="0">
                <a:solidFill>
                  <a:srgbClr val="C586C0"/>
                </a:solidFill>
                <a:latin typeface="Courier New"/>
                <a:ea typeface="Courier New"/>
                <a:cs typeface="Courier New"/>
                <a:sym typeface="Courier New"/>
              </a:rPr>
              <a:t>new</a:t>
            </a:r>
            <a:r>
              <a:rPr lang="en-US" sz="659" b="0" dirty="0">
                <a:solidFill>
                  <a:srgbClr val="D4D4D4"/>
                </a:solidFill>
                <a:latin typeface="Courier New"/>
                <a:ea typeface="Courier New"/>
                <a:cs typeface="Courier New"/>
                <a:sym typeface="Courier New"/>
              </a:rPr>
              <a:t> </a:t>
            </a:r>
            <a:r>
              <a:rPr lang="en-US" sz="659" b="0" dirty="0">
                <a:solidFill>
                  <a:srgbClr val="4EC9B0"/>
                </a:solidFill>
                <a:latin typeface="Courier New"/>
                <a:ea typeface="Courier New"/>
                <a:cs typeface="Courier New"/>
                <a:sym typeface="Courier New"/>
              </a:rPr>
              <a:t>Edge</a:t>
            </a:r>
            <a:r>
              <a:rPr lang="en-US" sz="659" b="0" dirty="0">
                <a:solidFill>
                  <a:srgbClr val="D4D4D4"/>
                </a:solidFill>
                <a:latin typeface="Courier New"/>
                <a:ea typeface="Courier New"/>
                <a:cs typeface="Courier New"/>
                <a:sym typeface="Courier New"/>
              </a:rPr>
              <a:t>(b, weight));</a:t>
            </a:r>
            <a:endParaRPr sz="659" b="0" dirty="0">
              <a:solidFill>
                <a:srgbClr val="D4D4D4"/>
              </a:solidFill>
              <a:latin typeface="Courier New"/>
              <a:ea typeface="Courier New"/>
              <a:cs typeface="Courier New"/>
              <a:sym typeface="Courier New"/>
            </a:endParaRPr>
          </a:p>
          <a:p>
            <a:pPr lvl="2" indent="457200">
              <a:spcBef>
                <a:spcPts val="400"/>
              </a:spcBef>
            </a:pPr>
            <a:r>
              <a:rPr lang="en-US" sz="659" b="0" dirty="0" err="1">
                <a:solidFill>
                  <a:srgbClr val="9CDCFE"/>
                </a:solidFill>
                <a:latin typeface="Courier New"/>
                <a:ea typeface="Courier New"/>
                <a:cs typeface="Courier New"/>
                <a:sym typeface="Courier New"/>
              </a:rPr>
              <a:t>adjacency</a:t>
            </a:r>
            <a:r>
              <a:rPr lang="en-US" sz="659" b="0" dirty="0" err="1">
                <a:solidFill>
                  <a:srgbClr val="D4D4D4"/>
                </a:solidFill>
                <a:latin typeface="Courier New"/>
                <a:ea typeface="Courier New"/>
                <a:cs typeface="Courier New"/>
                <a:sym typeface="Courier New"/>
              </a:rPr>
              <a:t>.</a:t>
            </a:r>
            <a:r>
              <a:rPr lang="en-US" sz="659" b="0" dirty="0" err="1">
                <a:solidFill>
                  <a:srgbClr val="DCDCAA"/>
                </a:solidFill>
                <a:latin typeface="Courier New"/>
                <a:ea typeface="Courier New"/>
                <a:cs typeface="Courier New"/>
                <a:sym typeface="Courier New"/>
              </a:rPr>
              <a:t>computeIfAbsent</a:t>
            </a:r>
            <a:r>
              <a:rPr lang="en-US" sz="659" b="0" dirty="0">
                <a:solidFill>
                  <a:srgbClr val="D4D4D4"/>
                </a:solidFill>
                <a:latin typeface="Courier New"/>
                <a:ea typeface="Courier New"/>
                <a:cs typeface="Courier New"/>
                <a:sym typeface="Courier New"/>
              </a:rPr>
              <a:t>(b, k -&gt; </a:t>
            </a:r>
            <a:r>
              <a:rPr lang="en-US" sz="659" b="0" dirty="0">
                <a:solidFill>
                  <a:srgbClr val="C586C0"/>
                </a:solidFill>
                <a:latin typeface="Courier New"/>
                <a:ea typeface="Courier New"/>
                <a:cs typeface="Courier New"/>
                <a:sym typeface="Courier New"/>
              </a:rPr>
              <a:t>new</a:t>
            </a:r>
            <a:r>
              <a:rPr lang="en-US" sz="659" b="0" dirty="0">
                <a:solidFill>
                  <a:srgbClr val="D4D4D4"/>
                </a:solidFill>
                <a:latin typeface="Courier New"/>
                <a:ea typeface="Courier New"/>
                <a:cs typeface="Courier New"/>
                <a:sym typeface="Courier New"/>
              </a:rPr>
              <a:t> </a:t>
            </a:r>
            <a:r>
              <a:rPr lang="en-US" sz="659" b="0" dirty="0" err="1">
                <a:solidFill>
                  <a:srgbClr val="4EC9B0"/>
                </a:solidFill>
                <a:latin typeface="Courier New"/>
                <a:ea typeface="Courier New"/>
                <a:cs typeface="Courier New"/>
                <a:sym typeface="Courier New"/>
              </a:rPr>
              <a:t>ArrayList</a:t>
            </a:r>
            <a:r>
              <a:rPr lang="en-US" sz="659" b="0" dirty="0">
                <a:solidFill>
                  <a:srgbClr val="D4D4D4"/>
                </a:solidFill>
                <a:latin typeface="Courier New"/>
                <a:ea typeface="Courier New"/>
                <a:cs typeface="Courier New"/>
                <a:sym typeface="Courier New"/>
              </a:rPr>
              <a:t>&lt;&gt;()).</a:t>
            </a:r>
            <a:r>
              <a:rPr lang="en-US" sz="659" b="0" dirty="0">
                <a:solidFill>
                  <a:srgbClr val="DCDCAA"/>
                </a:solidFill>
                <a:latin typeface="Courier New"/>
                <a:ea typeface="Courier New"/>
                <a:cs typeface="Courier New"/>
                <a:sym typeface="Courier New"/>
              </a:rPr>
              <a:t>add</a:t>
            </a:r>
            <a:r>
              <a:rPr lang="en-US" sz="659" b="0" dirty="0">
                <a:solidFill>
                  <a:srgbClr val="D4D4D4"/>
                </a:solidFill>
                <a:latin typeface="Courier New"/>
                <a:ea typeface="Courier New"/>
                <a:cs typeface="Courier New"/>
                <a:sym typeface="Courier New"/>
              </a:rPr>
              <a:t>(</a:t>
            </a:r>
            <a:r>
              <a:rPr lang="en-US" sz="659" b="0" dirty="0">
                <a:solidFill>
                  <a:srgbClr val="C586C0"/>
                </a:solidFill>
                <a:latin typeface="Courier New"/>
                <a:ea typeface="Courier New"/>
                <a:cs typeface="Courier New"/>
                <a:sym typeface="Courier New"/>
              </a:rPr>
              <a:t>new</a:t>
            </a:r>
            <a:r>
              <a:rPr lang="en-US" sz="659" b="0" dirty="0">
                <a:solidFill>
                  <a:srgbClr val="D4D4D4"/>
                </a:solidFill>
                <a:latin typeface="Courier New"/>
                <a:ea typeface="Courier New"/>
                <a:cs typeface="Courier New"/>
                <a:sym typeface="Courier New"/>
              </a:rPr>
              <a:t> </a:t>
            </a:r>
            <a:r>
              <a:rPr lang="en-US" sz="659" b="0" dirty="0">
                <a:solidFill>
                  <a:srgbClr val="4EC9B0"/>
                </a:solidFill>
                <a:latin typeface="Courier New"/>
                <a:ea typeface="Courier New"/>
                <a:cs typeface="Courier New"/>
                <a:sym typeface="Courier New"/>
              </a:rPr>
              <a:t>Edge</a:t>
            </a:r>
            <a:r>
              <a:rPr lang="en-US" sz="659" b="0" dirty="0">
                <a:solidFill>
                  <a:srgbClr val="D4D4D4"/>
                </a:solidFill>
                <a:latin typeface="Courier New"/>
                <a:ea typeface="Courier New"/>
                <a:cs typeface="Courier New"/>
                <a:sym typeface="Courier New"/>
              </a:rPr>
              <a:t>(a, weight));</a:t>
            </a:r>
            <a:endParaRPr sz="659" b="0" dirty="0">
              <a:solidFill>
                <a:srgbClr val="D4D4D4"/>
              </a:solidFill>
              <a:latin typeface="Courier New"/>
              <a:ea typeface="Courier New"/>
              <a:cs typeface="Courier New"/>
              <a:sym typeface="Courier New"/>
            </a:endParaRPr>
          </a:p>
          <a:p>
            <a:pPr lvl="2">
              <a:spcBef>
                <a:spcPts val="400"/>
              </a:spcBef>
            </a:pPr>
            <a:r>
              <a:rPr lang="en-US" sz="659" b="0" dirty="0">
                <a:solidFill>
                  <a:srgbClr val="D4D4D4"/>
                </a:solidFill>
                <a:latin typeface="Courier New"/>
                <a:ea typeface="Courier New"/>
                <a:cs typeface="Courier New"/>
                <a:sym typeface="Courier New"/>
              </a:rPr>
              <a:t>}</a:t>
            </a:r>
          </a:p>
          <a:p>
            <a:pPr lvl="2">
              <a:spcBef>
                <a:spcPts val="400"/>
              </a:spcBef>
            </a:pPr>
            <a:endParaRPr sz="659" b="0" dirty="0">
              <a:solidFill>
                <a:srgbClr val="D4D4D4"/>
              </a:solidFill>
              <a:latin typeface="Courier New"/>
              <a:ea typeface="Courier New"/>
              <a:cs typeface="Courier New"/>
              <a:sym typeface="Courier New"/>
            </a:endParaRPr>
          </a:p>
          <a:p>
            <a:pPr lvl="2">
              <a:spcBef>
                <a:spcPts val="400"/>
              </a:spcBef>
            </a:pPr>
            <a:r>
              <a:rPr lang="en-US" sz="659" b="0" dirty="0">
                <a:solidFill>
                  <a:srgbClr val="DCDCAA"/>
                </a:solidFill>
                <a:latin typeface="Courier New"/>
                <a:ea typeface="Courier New"/>
                <a:cs typeface="Courier New"/>
                <a:sym typeface="Courier New"/>
              </a:rPr>
              <a:t>@Override</a:t>
            </a:r>
            <a:endParaRPr sz="659" b="0" dirty="0">
              <a:solidFill>
                <a:srgbClr val="D4D4D4"/>
              </a:solidFill>
              <a:latin typeface="Courier New"/>
              <a:ea typeface="Courier New"/>
              <a:cs typeface="Courier New"/>
              <a:sym typeface="Courier New"/>
            </a:endParaRPr>
          </a:p>
          <a:p>
            <a:pPr lvl="2">
              <a:spcBef>
                <a:spcPts val="400"/>
              </a:spcBef>
            </a:pPr>
            <a:r>
              <a:rPr lang="en-US" sz="659" b="0" dirty="0">
                <a:solidFill>
                  <a:srgbClr val="569CD6"/>
                </a:solidFill>
                <a:latin typeface="Courier New"/>
                <a:ea typeface="Courier New"/>
                <a:cs typeface="Courier New"/>
                <a:sym typeface="Courier New"/>
              </a:rPr>
              <a:t>public</a:t>
            </a:r>
            <a:r>
              <a:rPr lang="en-US" sz="659" b="0" dirty="0">
                <a:solidFill>
                  <a:srgbClr val="D4D4D4"/>
                </a:solidFill>
                <a:latin typeface="Courier New"/>
                <a:ea typeface="Courier New"/>
                <a:cs typeface="Courier New"/>
                <a:sym typeface="Courier New"/>
              </a:rPr>
              <a:t> </a:t>
            </a:r>
            <a:r>
              <a:rPr lang="en-US" sz="659" b="0" dirty="0">
                <a:solidFill>
                  <a:srgbClr val="4EC9B0"/>
                </a:solidFill>
                <a:latin typeface="Courier New"/>
                <a:ea typeface="Courier New"/>
                <a:cs typeface="Courier New"/>
                <a:sym typeface="Courier New"/>
              </a:rPr>
              <a:t>List</a:t>
            </a:r>
            <a:r>
              <a:rPr lang="en-US" sz="659" b="0" dirty="0">
                <a:solidFill>
                  <a:srgbClr val="D4D4D4"/>
                </a:solidFill>
                <a:latin typeface="Courier New"/>
                <a:ea typeface="Courier New"/>
                <a:cs typeface="Courier New"/>
                <a:sym typeface="Courier New"/>
              </a:rPr>
              <a:t>&lt;</a:t>
            </a:r>
            <a:r>
              <a:rPr lang="en-US" sz="659" b="0" dirty="0">
                <a:solidFill>
                  <a:srgbClr val="4EC9B0"/>
                </a:solidFill>
                <a:latin typeface="Courier New"/>
                <a:ea typeface="Courier New"/>
                <a:cs typeface="Courier New"/>
                <a:sym typeface="Courier New"/>
              </a:rPr>
              <a:t>Edge</a:t>
            </a:r>
            <a:r>
              <a:rPr lang="en-US" sz="659" b="0" dirty="0">
                <a:solidFill>
                  <a:srgbClr val="D4D4D4"/>
                </a:solidFill>
                <a:latin typeface="Courier New"/>
                <a:ea typeface="Courier New"/>
                <a:cs typeface="Courier New"/>
                <a:sym typeface="Courier New"/>
              </a:rPr>
              <a:t>&gt; </a:t>
            </a:r>
            <a:r>
              <a:rPr lang="en-US" sz="659" b="0" dirty="0" err="1">
                <a:solidFill>
                  <a:srgbClr val="DCDCAA"/>
                </a:solidFill>
                <a:latin typeface="Courier New"/>
                <a:ea typeface="Courier New"/>
                <a:cs typeface="Courier New"/>
                <a:sym typeface="Courier New"/>
              </a:rPr>
              <a:t>getNeighbors</a:t>
            </a:r>
            <a:r>
              <a:rPr lang="en-US" sz="659" b="0" dirty="0">
                <a:solidFill>
                  <a:srgbClr val="D4D4D4"/>
                </a:solidFill>
                <a:latin typeface="Courier New"/>
                <a:ea typeface="Courier New"/>
                <a:cs typeface="Courier New"/>
                <a:sym typeface="Courier New"/>
              </a:rPr>
              <a:t>(</a:t>
            </a:r>
            <a:r>
              <a:rPr lang="en-US" sz="659" b="0" dirty="0">
                <a:solidFill>
                  <a:srgbClr val="4EC9B0"/>
                </a:solidFill>
                <a:latin typeface="Courier New"/>
                <a:ea typeface="Courier New"/>
                <a:cs typeface="Courier New"/>
                <a:sym typeface="Courier New"/>
              </a:rPr>
              <a:t>String</a:t>
            </a:r>
            <a:r>
              <a:rPr lang="en-US" sz="659" b="0" dirty="0">
                <a:solidFill>
                  <a:srgbClr val="D4D4D4"/>
                </a:solidFill>
                <a:latin typeface="Courier New"/>
                <a:ea typeface="Courier New"/>
                <a:cs typeface="Courier New"/>
                <a:sym typeface="Courier New"/>
              </a:rPr>
              <a:t> node) {</a:t>
            </a:r>
            <a:endParaRPr sz="659" dirty="0">
              <a:solidFill>
                <a:srgbClr val="D4D4D4"/>
              </a:solidFill>
              <a:latin typeface="Courier New"/>
              <a:ea typeface="Courier New"/>
              <a:cs typeface="Courier New"/>
              <a:sym typeface="Courier New"/>
            </a:endParaRPr>
          </a:p>
          <a:p>
            <a:pPr lvl="2" indent="457200">
              <a:spcBef>
                <a:spcPts val="400"/>
              </a:spcBef>
            </a:pPr>
            <a:r>
              <a:rPr lang="en-US" sz="659" dirty="0">
                <a:solidFill>
                  <a:srgbClr val="C586C0"/>
                </a:solidFill>
                <a:latin typeface="Courier New"/>
                <a:ea typeface="Courier New"/>
                <a:cs typeface="Courier New"/>
                <a:sym typeface="Courier New"/>
              </a:rPr>
              <a:t> </a:t>
            </a:r>
            <a:r>
              <a:rPr lang="en-US" sz="659" b="0" dirty="0">
                <a:solidFill>
                  <a:srgbClr val="C586C0"/>
                </a:solidFill>
                <a:latin typeface="Courier New"/>
                <a:ea typeface="Courier New"/>
                <a:cs typeface="Courier New"/>
                <a:sym typeface="Courier New"/>
              </a:rPr>
              <a:t>return</a:t>
            </a:r>
            <a:r>
              <a:rPr lang="en-US" sz="659" b="0" dirty="0">
                <a:solidFill>
                  <a:srgbClr val="D4D4D4"/>
                </a:solidFill>
                <a:latin typeface="Courier New"/>
                <a:ea typeface="Courier New"/>
                <a:cs typeface="Courier New"/>
                <a:sym typeface="Courier New"/>
              </a:rPr>
              <a:t> </a:t>
            </a:r>
            <a:r>
              <a:rPr lang="en-US" sz="659" b="0" dirty="0" err="1">
                <a:solidFill>
                  <a:srgbClr val="9CDCFE"/>
                </a:solidFill>
                <a:latin typeface="Courier New"/>
                <a:ea typeface="Courier New"/>
                <a:cs typeface="Courier New"/>
                <a:sym typeface="Courier New"/>
              </a:rPr>
              <a:t>adjacency</a:t>
            </a:r>
            <a:r>
              <a:rPr lang="en-US" sz="659" b="0" dirty="0" err="1">
                <a:solidFill>
                  <a:srgbClr val="D4D4D4"/>
                </a:solidFill>
                <a:latin typeface="Courier New"/>
                <a:ea typeface="Courier New"/>
                <a:cs typeface="Courier New"/>
                <a:sym typeface="Courier New"/>
              </a:rPr>
              <a:t>.</a:t>
            </a:r>
            <a:r>
              <a:rPr lang="en-US" sz="659" b="0" dirty="0" err="1">
                <a:solidFill>
                  <a:srgbClr val="DCDCAA"/>
                </a:solidFill>
                <a:latin typeface="Courier New"/>
                <a:ea typeface="Courier New"/>
                <a:cs typeface="Courier New"/>
                <a:sym typeface="Courier New"/>
              </a:rPr>
              <a:t>getOrDefault</a:t>
            </a:r>
            <a:r>
              <a:rPr lang="en-US" sz="659" b="0" dirty="0">
                <a:solidFill>
                  <a:srgbClr val="D4D4D4"/>
                </a:solidFill>
                <a:latin typeface="Courier New"/>
                <a:ea typeface="Courier New"/>
                <a:cs typeface="Courier New"/>
                <a:sym typeface="Courier New"/>
              </a:rPr>
              <a:t>(node, </a:t>
            </a:r>
            <a:r>
              <a:rPr lang="en-US" sz="659" b="0" dirty="0" err="1">
                <a:solidFill>
                  <a:srgbClr val="4EC9B0"/>
                </a:solidFill>
                <a:latin typeface="Courier New"/>
                <a:ea typeface="Courier New"/>
                <a:cs typeface="Courier New"/>
                <a:sym typeface="Courier New"/>
              </a:rPr>
              <a:t>Collections</a:t>
            </a:r>
            <a:r>
              <a:rPr lang="en-US" sz="659" b="0" dirty="0" err="1">
                <a:solidFill>
                  <a:srgbClr val="D4D4D4"/>
                </a:solidFill>
                <a:latin typeface="Courier New"/>
                <a:ea typeface="Courier New"/>
                <a:cs typeface="Courier New"/>
                <a:sym typeface="Courier New"/>
              </a:rPr>
              <a:t>.</a:t>
            </a:r>
            <a:r>
              <a:rPr lang="en-US" sz="659" b="0" dirty="0" err="1">
                <a:solidFill>
                  <a:srgbClr val="DCDCAA"/>
                </a:solidFill>
                <a:latin typeface="Courier New"/>
                <a:ea typeface="Courier New"/>
                <a:cs typeface="Courier New"/>
                <a:sym typeface="Courier New"/>
              </a:rPr>
              <a:t>emptyList</a:t>
            </a:r>
            <a:r>
              <a:rPr lang="en-US" sz="659" b="0" dirty="0">
                <a:solidFill>
                  <a:srgbClr val="D4D4D4"/>
                </a:solidFill>
                <a:latin typeface="Courier New"/>
                <a:ea typeface="Courier New"/>
                <a:cs typeface="Courier New"/>
                <a:sym typeface="Courier New"/>
              </a:rPr>
              <a:t>());</a:t>
            </a:r>
            <a:endParaRPr sz="659" b="0" dirty="0">
              <a:solidFill>
                <a:srgbClr val="D4D4D4"/>
              </a:solidFill>
              <a:latin typeface="Courier New"/>
              <a:ea typeface="Courier New"/>
              <a:cs typeface="Courier New"/>
              <a:sym typeface="Courier New"/>
            </a:endParaRPr>
          </a:p>
          <a:p>
            <a:pPr lvl="2">
              <a:spcBef>
                <a:spcPts val="400"/>
              </a:spcBef>
            </a:pPr>
            <a:r>
              <a:rPr lang="en-US" sz="659" b="0" dirty="0">
                <a:solidFill>
                  <a:srgbClr val="D4D4D4"/>
                </a:solidFill>
                <a:latin typeface="Courier New"/>
                <a:ea typeface="Courier New"/>
                <a:cs typeface="Courier New"/>
                <a:sym typeface="Courier New"/>
              </a:rPr>
              <a:t>}</a:t>
            </a:r>
          </a:p>
          <a:p>
            <a:pPr lvl="2">
              <a:spcBef>
                <a:spcPts val="400"/>
              </a:spcBef>
            </a:pPr>
            <a:endParaRPr sz="659" b="0" dirty="0">
              <a:solidFill>
                <a:srgbClr val="D4D4D4"/>
              </a:solidFill>
              <a:latin typeface="Courier New"/>
              <a:ea typeface="Courier New"/>
              <a:cs typeface="Courier New"/>
              <a:sym typeface="Courier New"/>
            </a:endParaRPr>
          </a:p>
          <a:p>
            <a:pPr lvl="2">
              <a:spcBef>
                <a:spcPts val="400"/>
              </a:spcBef>
            </a:pPr>
            <a:r>
              <a:rPr lang="en-US" sz="659" b="0" dirty="0">
                <a:solidFill>
                  <a:srgbClr val="DCDCAA"/>
                </a:solidFill>
                <a:latin typeface="Courier New"/>
                <a:ea typeface="Courier New"/>
                <a:cs typeface="Courier New"/>
                <a:sym typeface="Courier New"/>
              </a:rPr>
              <a:t>@Override</a:t>
            </a:r>
            <a:endParaRPr sz="659" b="0" dirty="0">
              <a:solidFill>
                <a:srgbClr val="D4D4D4"/>
              </a:solidFill>
              <a:latin typeface="Courier New"/>
              <a:ea typeface="Courier New"/>
              <a:cs typeface="Courier New"/>
              <a:sym typeface="Courier New"/>
            </a:endParaRPr>
          </a:p>
          <a:p>
            <a:pPr lvl="2">
              <a:spcBef>
                <a:spcPts val="400"/>
              </a:spcBef>
            </a:pPr>
            <a:r>
              <a:rPr lang="en-US" sz="659" b="0" dirty="0">
                <a:solidFill>
                  <a:srgbClr val="569CD6"/>
                </a:solidFill>
                <a:latin typeface="Courier New"/>
                <a:ea typeface="Courier New"/>
                <a:cs typeface="Courier New"/>
                <a:sym typeface="Courier New"/>
              </a:rPr>
              <a:t>public int</a:t>
            </a:r>
            <a:r>
              <a:rPr lang="en-US" sz="659" b="0" dirty="0">
                <a:solidFill>
                  <a:srgbClr val="D4D4D4"/>
                </a:solidFill>
                <a:latin typeface="Courier New"/>
                <a:ea typeface="Courier New"/>
                <a:cs typeface="Courier New"/>
                <a:sym typeface="Courier New"/>
              </a:rPr>
              <a:t> </a:t>
            </a:r>
            <a:r>
              <a:rPr lang="en-US" sz="659" b="0" dirty="0" err="1">
                <a:solidFill>
                  <a:srgbClr val="DCDCAA"/>
                </a:solidFill>
                <a:latin typeface="Courier New"/>
                <a:ea typeface="Courier New"/>
                <a:cs typeface="Courier New"/>
                <a:sym typeface="Courier New"/>
              </a:rPr>
              <a:t>edgeCount</a:t>
            </a:r>
            <a:r>
              <a:rPr lang="en-US" sz="659" b="0" dirty="0">
                <a:solidFill>
                  <a:srgbClr val="D4D4D4"/>
                </a:solidFill>
                <a:latin typeface="Courier New"/>
                <a:ea typeface="Courier New"/>
                <a:cs typeface="Courier New"/>
                <a:sym typeface="Courier New"/>
              </a:rPr>
              <a:t>() {</a:t>
            </a:r>
            <a:endParaRPr sz="659" b="0" dirty="0">
              <a:solidFill>
                <a:srgbClr val="D4D4D4"/>
              </a:solidFill>
              <a:latin typeface="Courier New"/>
              <a:ea typeface="Courier New"/>
              <a:cs typeface="Courier New"/>
              <a:sym typeface="Courier New"/>
            </a:endParaRPr>
          </a:p>
          <a:p>
            <a:pPr lvl="2" indent="457200">
              <a:spcBef>
                <a:spcPts val="400"/>
              </a:spcBef>
            </a:pPr>
            <a:r>
              <a:rPr lang="en-US" sz="659" b="0" dirty="0">
                <a:solidFill>
                  <a:srgbClr val="569CD6"/>
                </a:solidFill>
                <a:latin typeface="Courier New"/>
                <a:ea typeface="Courier New"/>
                <a:cs typeface="Courier New"/>
                <a:sym typeface="Courier New"/>
              </a:rPr>
              <a:t>int</a:t>
            </a:r>
            <a:r>
              <a:rPr lang="en-US" sz="659" b="0" dirty="0">
                <a:solidFill>
                  <a:srgbClr val="D4D4D4"/>
                </a:solidFill>
                <a:latin typeface="Courier New"/>
                <a:ea typeface="Courier New"/>
                <a:cs typeface="Courier New"/>
                <a:sym typeface="Courier New"/>
              </a:rPr>
              <a:t> total = 0;</a:t>
            </a:r>
            <a:endParaRPr sz="659" b="0" dirty="0">
              <a:solidFill>
                <a:srgbClr val="D4D4D4"/>
              </a:solidFill>
              <a:latin typeface="Courier New"/>
              <a:ea typeface="Courier New"/>
              <a:cs typeface="Courier New"/>
              <a:sym typeface="Courier New"/>
            </a:endParaRPr>
          </a:p>
          <a:p>
            <a:pPr lvl="2" indent="457200">
              <a:spcBef>
                <a:spcPts val="400"/>
              </a:spcBef>
            </a:pPr>
            <a:r>
              <a:rPr lang="en-US" sz="659" b="0" dirty="0">
                <a:solidFill>
                  <a:srgbClr val="C586C0"/>
                </a:solidFill>
                <a:latin typeface="Courier New"/>
                <a:ea typeface="Courier New"/>
                <a:cs typeface="Courier New"/>
                <a:sym typeface="Courier New"/>
              </a:rPr>
              <a:t>for</a:t>
            </a:r>
            <a:r>
              <a:rPr lang="en-US" sz="659" b="0" dirty="0">
                <a:solidFill>
                  <a:srgbClr val="D4D4D4"/>
                </a:solidFill>
                <a:latin typeface="Courier New"/>
                <a:ea typeface="Courier New"/>
                <a:cs typeface="Courier New"/>
                <a:sym typeface="Courier New"/>
              </a:rPr>
              <a:t> (</a:t>
            </a:r>
            <a:r>
              <a:rPr lang="en-US" sz="659" b="0" dirty="0">
                <a:solidFill>
                  <a:srgbClr val="4EC9B0"/>
                </a:solidFill>
                <a:latin typeface="Courier New"/>
                <a:ea typeface="Courier New"/>
                <a:cs typeface="Courier New"/>
                <a:sym typeface="Courier New"/>
              </a:rPr>
              <a:t>List</a:t>
            </a:r>
            <a:r>
              <a:rPr lang="en-US" sz="659" b="0" dirty="0">
                <a:solidFill>
                  <a:srgbClr val="D4D4D4"/>
                </a:solidFill>
                <a:latin typeface="Courier New"/>
                <a:ea typeface="Courier New"/>
                <a:cs typeface="Courier New"/>
                <a:sym typeface="Courier New"/>
              </a:rPr>
              <a:t>&lt;</a:t>
            </a:r>
            <a:r>
              <a:rPr lang="en-US" sz="659" b="0" dirty="0">
                <a:solidFill>
                  <a:srgbClr val="4EC9B0"/>
                </a:solidFill>
                <a:latin typeface="Courier New"/>
                <a:ea typeface="Courier New"/>
                <a:cs typeface="Courier New"/>
                <a:sym typeface="Courier New"/>
              </a:rPr>
              <a:t>Edge</a:t>
            </a:r>
            <a:r>
              <a:rPr lang="en-US" sz="659" b="0" dirty="0">
                <a:solidFill>
                  <a:srgbClr val="D4D4D4"/>
                </a:solidFill>
                <a:latin typeface="Courier New"/>
                <a:ea typeface="Courier New"/>
                <a:cs typeface="Courier New"/>
                <a:sym typeface="Courier New"/>
              </a:rPr>
              <a:t>&gt; edges : </a:t>
            </a:r>
            <a:r>
              <a:rPr lang="en-US" sz="659" b="0" dirty="0" err="1">
                <a:solidFill>
                  <a:srgbClr val="9CDCFE"/>
                </a:solidFill>
                <a:latin typeface="Courier New"/>
                <a:ea typeface="Courier New"/>
                <a:cs typeface="Courier New"/>
                <a:sym typeface="Courier New"/>
              </a:rPr>
              <a:t>adjacency</a:t>
            </a:r>
            <a:r>
              <a:rPr lang="en-US" sz="659" b="0" dirty="0" err="1">
                <a:solidFill>
                  <a:srgbClr val="D4D4D4"/>
                </a:solidFill>
                <a:latin typeface="Courier New"/>
                <a:ea typeface="Courier New"/>
                <a:cs typeface="Courier New"/>
                <a:sym typeface="Courier New"/>
              </a:rPr>
              <a:t>.</a:t>
            </a:r>
            <a:r>
              <a:rPr lang="en-US" sz="659" b="0" dirty="0" err="1">
                <a:solidFill>
                  <a:srgbClr val="DCDCAA"/>
                </a:solidFill>
                <a:latin typeface="Courier New"/>
                <a:ea typeface="Courier New"/>
                <a:cs typeface="Courier New"/>
                <a:sym typeface="Courier New"/>
              </a:rPr>
              <a:t>values</a:t>
            </a:r>
            <a:r>
              <a:rPr lang="en-US" sz="659" b="0" dirty="0">
                <a:solidFill>
                  <a:srgbClr val="D4D4D4"/>
                </a:solidFill>
                <a:latin typeface="Courier New"/>
                <a:ea typeface="Courier New"/>
                <a:cs typeface="Courier New"/>
                <a:sym typeface="Courier New"/>
              </a:rPr>
              <a:t>()) { total += </a:t>
            </a:r>
            <a:r>
              <a:rPr lang="en-US" sz="659" b="0" dirty="0" err="1">
                <a:solidFill>
                  <a:srgbClr val="D4D4D4"/>
                </a:solidFill>
                <a:latin typeface="Courier New"/>
                <a:ea typeface="Courier New"/>
                <a:cs typeface="Courier New"/>
                <a:sym typeface="Courier New"/>
              </a:rPr>
              <a:t>edges.</a:t>
            </a:r>
            <a:r>
              <a:rPr lang="en-US" sz="659" b="0" dirty="0" err="1">
                <a:solidFill>
                  <a:srgbClr val="DCDCAA"/>
                </a:solidFill>
                <a:latin typeface="Courier New"/>
                <a:ea typeface="Courier New"/>
                <a:cs typeface="Courier New"/>
                <a:sym typeface="Courier New"/>
              </a:rPr>
              <a:t>size</a:t>
            </a:r>
            <a:r>
              <a:rPr lang="en-US" sz="659" b="0" dirty="0">
                <a:solidFill>
                  <a:srgbClr val="D4D4D4"/>
                </a:solidFill>
                <a:latin typeface="Courier New"/>
                <a:ea typeface="Courier New"/>
                <a:cs typeface="Courier New"/>
                <a:sym typeface="Courier New"/>
              </a:rPr>
              <a:t>(); }</a:t>
            </a:r>
            <a:endParaRPr sz="659" b="0" dirty="0">
              <a:solidFill>
                <a:srgbClr val="D4D4D4"/>
              </a:solidFill>
              <a:latin typeface="Courier New"/>
              <a:ea typeface="Courier New"/>
              <a:cs typeface="Courier New"/>
              <a:sym typeface="Courier New"/>
            </a:endParaRPr>
          </a:p>
          <a:p>
            <a:pPr lvl="2" indent="457200">
              <a:spcBef>
                <a:spcPts val="400"/>
              </a:spcBef>
            </a:pPr>
            <a:r>
              <a:rPr lang="en-US" sz="659" b="0" dirty="0">
                <a:solidFill>
                  <a:srgbClr val="C586C0"/>
                </a:solidFill>
                <a:latin typeface="Courier New"/>
                <a:ea typeface="Courier New"/>
                <a:cs typeface="Courier New"/>
                <a:sym typeface="Courier New"/>
              </a:rPr>
              <a:t>return</a:t>
            </a:r>
            <a:r>
              <a:rPr lang="en-US" sz="659" b="0" dirty="0">
                <a:solidFill>
                  <a:srgbClr val="D4D4D4"/>
                </a:solidFill>
                <a:latin typeface="Courier New"/>
                <a:ea typeface="Courier New"/>
                <a:cs typeface="Courier New"/>
                <a:sym typeface="Courier New"/>
              </a:rPr>
              <a:t> total / 2;</a:t>
            </a:r>
            <a:endParaRPr sz="659" b="0" dirty="0">
              <a:solidFill>
                <a:srgbClr val="D4D4D4"/>
              </a:solidFill>
              <a:latin typeface="Courier New"/>
              <a:ea typeface="Courier New"/>
              <a:cs typeface="Courier New"/>
              <a:sym typeface="Courier New"/>
            </a:endParaRPr>
          </a:p>
          <a:p>
            <a:pPr lvl="2">
              <a:spcBef>
                <a:spcPts val="400"/>
              </a:spcBef>
            </a:pPr>
            <a:r>
              <a:rPr lang="en-US" sz="659" dirty="0">
                <a:solidFill>
                  <a:srgbClr val="D4D4D4"/>
                </a:solidFill>
                <a:latin typeface="Courier New"/>
                <a:ea typeface="Courier New"/>
                <a:cs typeface="Courier New"/>
                <a:sym typeface="Courier New"/>
              </a:rPr>
              <a:t> </a:t>
            </a:r>
            <a:r>
              <a:rPr lang="en-US" sz="659" b="0" dirty="0">
                <a:solidFill>
                  <a:srgbClr val="D4D4D4"/>
                </a:solidFill>
                <a:latin typeface="Courier New"/>
                <a:ea typeface="Courier New"/>
                <a:cs typeface="Courier New"/>
                <a:sym typeface="Courier New"/>
              </a:rPr>
              <a:t>}</a:t>
            </a:r>
            <a:endParaRPr sz="659" b="0" dirty="0">
              <a:solidFill>
                <a:srgbClr val="D4D4D4"/>
              </a:solidFill>
              <a:latin typeface="Courier New"/>
              <a:ea typeface="Courier New"/>
              <a:cs typeface="Courier New"/>
              <a:sym typeface="Courier New"/>
            </a:endParaRPr>
          </a:p>
          <a:p>
            <a:pPr marL="0" lvl="0" indent="0" algn="l" rtl="0">
              <a:spcBef>
                <a:spcPts val="400"/>
              </a:spcBef>
              <a:spcAft>
                <a:spcPts val="0"/>
              </a:spcAft>
              <a:buNone/>
            </a:pPr>
            <a:r>
              <a:rPr lang="en-US" sz="659" b="0" dirty="0">
                <a:solidFill>
                  <a:srgbClr val="D4D4D4"/>
                </a:solidFill>
                <a:latin typeface="Courier New"/>
                <a:ea typeface="Courier New"/>
                <a:cs typeface="Courier New"/>
                <a:sym typeface="Courier New"/>
              </a:rPr>
              <a:t>}</a:t>
            </a:r>
            <a:endParaRPr sz="659" b="0" dirty="0">
              <a:solidFill>
                <a:srgbClr val="D4D4D4"/>
              </a:solidFill>
              <a:latin typeface="Courier New"/>
              <a:ea typeface="Courier New"/>
              <a:cs typeface="Courier New"/>
              <a:sym typeface="Courier New"/>
            </a:endParaRPr>
          </a:p>
        </p:txBody>
      </p:sp>
      <p:sp>
        <p:nvSpPr>
          <p:cNvPr id="588" name="Google Shape;588;p57"/>
          <p:cNvSpPr/>
          <p:nvPr/>
        </p:nvSpPr>
        <p:spPr>
          <a:xfrm>
            <a:off x="7048500" y="1905000"/>
            <a:ext cx="2857500" cy="1905000"/>
          </a:xfrm>
          <a:prstGeom prst="roundRect">
            <a:avLst>
              <a:gd name="adj" fmla="val 7500"/>
            </a:avLst>
          </a:prstGeom>
          <a:solidFill>
            <a:srgbClr val="00206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9" name="Google Shape;589;p57"/>
          <p:cNvSpPr txBox="1"/>
          <p:nvPr/>
        </p:nvSpPr>
        <p:spPr>
          <a:xfrm>
            <a:off x="7239000" y="2095500"/>
            <a:ext cx="2476500" cy="15240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600" b="1">
                <a:solidFill>
                  <a:srgbClr val="FFFFFF"/>
                </a:solidFill>
                <a:latin typeface="Calibri"/>
                <a:ea typeface="Calibri"/>
                <a:cs typeface="Calibri"/>
                <a:sym typeface="Calibri"/>
              </a:rPr>
              <a:t>Adjacency List</a:t>
            </a:r>
            <a:endParaRPr sz="1600" b="1">
              <a:solidFill>
                <a:srgbClr val="FFFFFF"/>
              </a:solidFill>
              <a:latin typeface="Calibri"/>
              <a:ea typeface="Calibri"/>
              <a:cs typeface="Calibri"/>
              <a:sym typeface="Calibri"/>
            </a:endParaRPr>
          </a:p>
          <a:p>
            <a:pPr marL="0" lvl="0" indent="0" algn="l" rtl="0">
              <a:spcBef>
                <a:spcPts val="1200"/>
              </a:spcBef>
              <a:spcAft>
                <a:spcPts val="0"/>
              </a:spcAft>
              <a:buNone/>
            </a:pPr>
            <a:r>
              <a:rPr lang="en-US" sz="1100" b="0">
                <a:solidFill>
                  <a:srgbClr val="CBD5E1"/>
                </a:solidFill>
                <a:latin typeface="Calibri"/>
                <a:ea typeface="Calibri"/>
                <a:cs typeface="Calibri"/>
                <a:sym typeface="Calibri"/>
              </a:rPr>
              <a:t>Map&lt;String, List&lt;Edge&gt;&gt;</a:t>
            </a:r>
            <a:endParaRPr sz="1100" b="0">
              <a:solidFill>
                <a:srgbClr val="CBD5E1"/>
              </a:solidFill>
              <a:latin typeface="Calibri"/>
              <a:ea typeface="Calibri"/>
              <a:cs typeface="Calibri"/>
              <a:sym typeface="Calibri"/>
            </a:endParaRPr>
          </a:p>
          <a:p>
            <a:pPr marL="457200" lvl="0" indent="-292100" algn="l" rtl="0">
              <a:spcBef>
                <a:spcPts val="800"/>
              </a:spcBef>
              <a:spcAft>
                <a:spcPts val="0"/>
              </a:spcAft>
              <a:buClr>
                <a:srgbClr val="CBD5E1"/>
              </a:buClr>
              <a:buSzPts val="1000"/>
              <a:buFont typeface="Calibri"/>
              <a:buChar char="●"/>
            </a:pPr>
            <a:r>
              <a:rPr lang="en-US" sz="1000" b="1">
                <a:solidFill>
                  <a:srgbClr val="CBD5E1"/>
                </a:solidFill>
                <a:latin typeface="Calibri"/>
                <a:ea typeface="Calibri"/>
                <a:cs typeface="Calibri"/>
                <a:sym typeface="Calibri"/>
              </a:rPr>
              <a:t>Key:</a:t>
            </a:r>
            <a:r>
              <a:rPr lang="en-US" sz="1000" b="0">
                <a:solidFill>
                  <a:srgbClr val="CBD5E1"/>
                </a:solidFill>
                <a:latin typeface="Calibri"/>
                <a:ea typeface="Calibri"/>
                <a:cs typeface="Calibri"/>
                <a:sym typeface="Calibri"/>
              </a:rPr>
              <a:t> Represents the </a:t>
            </a:r>
            <a:r>
              <a:rPr lang="en-US" sz="1000" b="0" i="1">
                <a:solidFill>
                  <a:srgbClr val="CBD5E1"/>
                </a:solidFill>
                <a:latin typeface="Calibri"/>
                <a:ea typeface="Calibri"/>
                <a:cs typeface="Calibri"/>
                <a:sym typeface="Calibri"/>
              </a:rPr>
              <a:t>locationId</a:t>
            </a:r>
            <a:r>
              <a:rPr lang="en-US" sz="1000" b="0">
                <a:solidFill>
                  <a:srgbClr val="CBD5E1"/>
                </a:solidFill>
                <a:latin typeface="Calibri"/>
                <a:ea typeface="Calibri"/>
                <a:cs typeface="Calibri"/>
                <a:sym typeface="Calibri"/>
              </a:rPr>
              <a:t> (unique identifier).</a:t>
            </a:r>
            <a:endParaRPr sz="1000" b="0">
              <a:solidFill>
                <a:srgbClr val="CBD5E1"/>
              </a:solidFill>
              <a:latin typeface="Calibri"/>
              <a:ea typeface="Calibri"/>
              <a:cs typeface="Calibri"/>
              <a:sym typeface="Calibri"/>
            </a:endParaRPr>
          </a:p>
          <a:p>
            <a:pPr marL="457200" lvl="0" indent="-292100" algn="l" rtl="0">
              <a:spcBef>
                <a:spcPts val="600"/>
              </a:spcBef>
              <a:spcAft>
                <a:spcPts val="0"/>
              </a:spcAft>
              <a:buClr>
                <a:srgbClr val="CBD5E1"/>
              </a:buClr>
              <a:buSzPts val="1000"/>
              <a:buFont typeface="Calibri"/>
              <a:buChar char="●"/>
            </a:pPr>
            <a:r>
              <a:rPr lang="en-US" sz="1000" b="1">
                <a:solidFill>
                  <a:srgbClr val="CBD5E1"/>
                </a:solidFill>
                <a:latin typeface="Calibri"/>
                <a:ea typeface="Calibri"/>
                <a:cs typeface="Calibri"/>
                <a:sym typeface="Calibri"/>
              </a:rPr>
              <a:t>Value:</a:t>
            </a:r>
            <a:r>
              <a:rPr lang="en-US" sz="1000" b="0">
                <a:solidFill>
                  <a:srgbClr val="CBD5E1"/>
                </a:solidFill>
                <a:latin typeface="Calibri"/>
                <a:ea typeface="Calibri"/>
                <a:cs typeface="Calibri"/>
                <a:sym typeface="Calibri"/>
              </a:rPr>
              <a:t> Stores a list of </a:t>
            </a:r>
            <a:r>
              <a:rPr lang="en-US" sz="1000" b="0" i="1">
                <a:solidFill>
                  <a:srgbClr val="CBD5E1"/>
                </a:solidFill>
                <a:latin typeface="Calibri"/>
                <a:ea typeface="Calibri"/>
                <a:cs typeface="Calibri"/>
                <a:sym typeface="Calibri"/>
              </a:rPr>
              <a:t>Edge</a:t>
            </a:r>
            <a:r>
              <a:rPr lang="en-US" sz="1000" b="0">
                <a:solidFill>
                  <a:srgbClr val="CBD5E1"/>
                </a:solidFill>
                <a:latin typeface="Calibri"/>
                <a:ea typeface="Calibri"/>
                <a:cs typeface="Calibri"/>
                <a:sym typeface="Calibri"/>
              </a:rPr>
              <a:t> objects connected to that node.</a:t>
            </a:r>
            <a:endParaRPr sz="1000" b="0">
              <a:solidFill>
                <a:srgbClr val="CBD5E1"/>
              </a:solidFill>
              <a:latin typeface="Calibri"/>
              <a:ea typeface="Calibri"/>
              <a:cs typeface="Calibri"/>
              <a:sym typeface="Calibri"/>
            </a:endParaRPr>
          </a:p>
        </p:txBody>
      </p:sp>
      <p:sp>
        <p:nvSpPr>
          <p:cNvPr id="590" name="Google Shape;590;p57"/>
          <p:cNvSpPr/>
          <p:nvPr/>
        </p:nvSpPr>
        <p:spPr>
          <a:xfrm>
            <a:off x="7048500" y="4000500"/>
            <a:ext cx="2857500" cy="2095500"/>
          </a:xfrm>
          <a:prstGeom prst="roundRect">
            <a:avLst>
              <a:gd name="adj" fmla="val 6818"/>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1" name="Google Shape;591;p57"/>
          <p:cNvSpPr txBox="1"/>
          <p:nvPr/>
        </p:nvSpPr>
        <p:spPr>
          <a:xfrm>
            <a:off x="7239000" y="4191000"/>
            <a:ext cx="2476500" cy="1714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400" b="1">
                <a:solidFill>
                  <a:srgbClr val="002060"/>
                </a:solidFill>
                <a:latin typeface="Calibri"/>
                <a:ea typeface="Calibri"/>
                <a:cs typeface="Calibri"/>
                <a:sym typeface="Calibri"/>
              </a:rPr>
              <a:t>Core Operations</a:t>
            </a:r>
            <a:endParaRPr sz="1400" b="1">
              <a:solidFill>
                <a:srgbClr val="002060"/>
              </a:solidFill>
              <a:latin typeface="Calibri"/>
              <a:ea typeface="Calibri"/>
              <a:cs typeface="Calibri"/>
              <a:sym typeface="Calibri"/>
            </a:endParaRPr>
          </a:p>
          <a:p>
            <a:pPr marL="0" lvl="0" indent="0" algn="l" rtl="0">
              <a:spcBef>
                <a:spcPts val="1200"/>
              </a:spcBef>
              <a:spcAft>
                <a:spcPts val="0"/>
              </a:spcAft>
              <a:buNone/>
            </a:pPr>
            <a:r>
              <a:rPr lang="en-US" sz="1000" b="1">
                <a:solidFill>
                  <a:srgbClr val="3B82F6"/>
                </a:solidFill>
                <a:latin typeface="Calibri"/>
                <a:ea typeface="Calibri"/>
                <a:cs typeface="Calibri"/>
                <a:sym typeface="Calibri"/>
              </a:rPr>
              <a:t>Add Edge:</a:t>
            </a:r>
            <a:r>
              <a:rPr lang="en-US" sz="1000" b="0">
                <a:solidFill>
                  <a:srgbClr val="1E293B"/>
                </a:solidFill>
                <a:latin typeface="Calibri"/>
                <a:ea typeface="Calibri"/>
                <a:cs typeface="Calibri"/>
                <a:sym typeface="Calibri"/>
              </a:rPr>
              <a:t> Bi-directional addition for undirected graph structure.</a:t>
            </a:r>
            <a:endParaRPr sz="1000" b="0">
              <a:solidFill>
                <a:srgbClr val="1E293B"/>
              </a:solidFill>
              <a:latin typeface="Calibri"/>
              <a:ea typeface="Calibri"/>
              <a:cs typeface="Calibri"/>
              <a:sym typeface="Calibri"/>
            </a:endParaRPr>
          </a:p>
          <a:p>
            <a:pPr marL="0" lvl="0" indent="0" algn="l" rtl="0">
              <a:spcBef>
                <a:spcPts val="800"/>
              </a:spcBef>
              <a:spcAft>
                <a:spcPts val="0"/>
              </a:spcAft>
              <a:buNone/>
            </a:pPr>
            <a:r>
              <a:rPr lang="en-US" sz="1000" b="1">
                <a:solidFill>
                  <a:srgbClr val="3B82F6"/>
                </a:solidFill>
                <a:latin typeface="Calibri"/>
                <a:ea typeface="Calibri"/>
                <a:cs typeface="Calibri"/>
                <a:sym typeface="Calibri"/>
              </a:rPr>
              <a:t>Get Neighbors:</a:t>
            </a:r>
            <a:r>
              <a:rPr lang="en-US" sz="1000" b="0">
                <a:solidFill>
                  <a:srgbClr val="1E293B"/>
                </a:solidFill>
                <a:latin typeface="Calibri"/>
                <a:ea typeface="Calibri"/>
                <a:cs typeface="Calibri"/>
                <a:sym typeface="Calibri"/>
              </a:rPr>
              <a:t> Efficient O(1) lookup for adjacent nodes.</a:t>
            </a:r>
            <a:endParaRPr sz="1000" b="0">
              <a:solidFill>
                <a:srgbClr val="1E293B"/>
              </a:solidFill>
              <a:latin typeface="Calibri"/>
              <a:ea typeface="Calibri"/>
              <a:cs typeface="Calibri"/>
              <a:sym typeface="Calibri"/>
            </a:endParaRPr>
          </a:p>
          <a:p>
            <a:pPr marL="0" lvl="0" indent="0" algn="l" rtl="0">
              <a:spcBef>
                <a:spcPts val="800"/>
              </a:spcBef>
              <a:spcAft>
                <a:spcPts val="0"/>
              </a:spcAft>
              <a:buNone/>
            </a:pPr>
            <a:r>
              <a:rPr lang="en-US" sz="1000" b="1">
                <a:solidFill>
                  <a:srgbClr val="3B82F6"/>
                </a:solidFill>
                <a:latin typeface="Calibri"/>
                <a:ea typeface="Calibri"/>
                <a:cs typeface="Calibri"/>
                <a:sym typeface="Calibri"/>
              </a:rPr>
              <a:t>Get Edge Count:</a:t>
            </a:r>
            <a:r>
              <a:rPr lang="en-US" sz="1000" b="0">
                <a:solidFill>
                  <a:srgbClr val="1E293B"/>
                </a:solidFill>
                <a:latin typeface="Calibri"/>
                <a:ea typeface="Calibri"/>
                <a:cs typeface="Calibri"/>
                <a:sym typeface="Calibri"/>
              </a:rPr>
              <a:t> Iterates through values, dividing total by 2 to account for bi-directionality.</a:t>
            </a:r>
            <a:endParaRPr sz="1000" b="0">
              <a:solidFill>
                <a:srgbClr val="1E293B"/>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pic>
        <p:nvPicPr>
          <p:cNvPr id="560" name="Google Shape;560;p55"/>
          <p:cNvPicPr preferRelativeResize="0"/>
          <p:nvPr/>
        </p:nvPicPr>
        <p:blipFill rotWithShape="1">
          <a:blip r:embed="rId3">
            <a:alphaModFix/>
          </a:blip>
          <a:srcRect t="80" b="90"/>
          <a:stretch/>
        </p:blipFill>
        <p:spPr>
          <a:xfrm>
            <a:off x="11059287" y="6095743"/>
            <a:ext cx="413400" cy="521100"/>
          </a:xfrm>
          <a:prstGeom prst="rect">
            <a:avLst/>
          </a:prstGeom>
          <a:noFill/>
          <a:ln>
            <a:noFill/>
          </a:ln>
        </p:spPr>
      </p:pic>
      <p:sp>
        <p:nvSpPr>
          <p:cNvPr id="561" name="Google Shape;561;p55"/>
          <p:cNvSpPr txBox="1">
            <a:spLocks noGrp="1"/>
          </p:cNvSpPr>
          <p:nvPr>
            <p:ph type="sldNum" idx="12"/>
          </p:nvPr>
        </p:nvSpPr>
        <p:spPr>
          <a:xfrm>
            <a:off x="90678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
        <p:nvSpPr>
          <p:cNvPr id="562" name="Google Shape;562;p55"/>
          <p:cNvSpPr txBox="1">
            <a:spLocks noGrp="1"/>
          </p:cNvSpPr>
          <p:nvPr>
            <p:ph type="title"/>
          </p:nvPr>
        </p:nvSpPr>
        <p:spPr>
          <a:xfrm>
            <a:off x="152400" y="365125"/>
            <a:ext cx="10515600" cy="1325700"/>
          </a:xfrm>
          <a:prstGeom prst="rect">
            <a:avLst/>
          </a:prstGeom>
        </p:spPr>
        <p:txBody>
          <a:bodyPr spcFirstLastPara="1" wrap="square" lIns="91425" tIns="45700" rIns="91425" bIns="45700" anchor="ctr" anchorCtr="0">
            <a:normAutofit/>
          </a:bodyPr>
          <a:lstStyle/>
          <a:p>
            <a:pPr marL="0" lvl="0" indent="0" algn="l" rtl="0">
              <a:lnSpc>
                <a:spcPct val="100000"/>
              </a:lnSpc>
              <a:spcBef>
                <a:spcPts val="0"/>
              </a:spcBef>
              <a:spcAft>
                <a:spcPts val="0"/>
              </a:spcAft>
              <a:buNone/>
            </a:pPr>
            <a:r>
              <a:rPr lang="en-US">
                <a:latin typeface="Calibri"/>
                <a:ea typeface="Calibri"/>
                <a:cs typeface="Calibri"/>
                <a:sym typeface="Calibri"/>
              </a:rPr>
              <a:t>Task B - Query I/O Implementation</a:t>
            </a:r>
            <a:endParaRPr>
              <a:latin typeface="Calibri"/>
              <a:ea typeface="Calibri"/>
              <a:cs typeface="Calibri"/>
              <a:sym typeface="Calibri"/>
            </a:endParaRPr>
          </a:p>
          <a:p>
            <a:pPr marL="0" lvl="0" indent="0" algn="l" rtl="0">
              <a:spcBef>
                <a:spcPts val="0"/>
              </a:spcBef>
              <a:spcAft>
                <a:spcPts val="0"/>
              </a:spcAft>
              <a:buNone/>
            </a:pPr>
            <a:endParaRPr/>
          </a:p>
        </p:txBody>
      </p:sp>
      <p:pic>
        <p:nvPicPr>
          <p:cNvPr id="563" name="Google Shape;563;p55" title="mermaid-diagram (2).png"/>
          <p:cNvPicPr preferRelativeResize="0"/>
          <p:nvPr/>
        </p:nvPicPr>
        <p:blipFill rotWithShape="1">
          <a:blip r:embed="rId4">
            <a:alphaModFix/>
          </a:blip>
          <a:srcRect t="52183"/>
          <a:stretch/>
        </p:blipFill>
        <p:spPr>
          <a:xfrm>
            <a:off x="152400" y="2005252"/>
            <a:ext cx="11887201" cy="1051875"/>
          </a:xfrm>
          <a:prstGeom prst="rect">
            <a:avLst/>
          </a:prstGeom>
          <a:noFill/>
          <a:ln>
            <a:noFill/>
          </a:ln>
        </p:spPr>
      </p:pic>
      <p:pic>
        <p:nvPicPr>
          <p:cNvPr id="564" name="Google Shape;564;p55" title="mermaid-diagram (3).png"/>
          <p:cNvPicPr preferRelativeResize="0"/>
          <p:nvPr/>
        </p:nvPicPr>
        <p:blipFill rotWithShape="1">
          <a:blip r:embed="rId5">
            <a:alphaModFix/>
          </a:blip>
          <a:srcRect l="20646" r="20734" b="57378"/>
          <a:stretch/>
        </p:blipFill>
        <p:spPr>
          <a:xfrm>
            <a:off x="5223725" y="3554775"/>
            <a:ext cx="6968274" cy="937613"/>
          </a:xfrm>
          <a:prstGeom prst="rect">
            <a:avLst/>
          </a:prstGeom>
          <a:noFill/>
          <a:ln>
            <a:noFill/>
          </a:ln>
        </p:spPr>
      </p:pic>
      <p:cxnSp>
        <p:nvCxnSpPr>
          <p:cNvPr id="565" name="Google Shape;565;p55"/>
          <p:cNvCxnSpPr/>
          <p:nvPr/>
        </p:nvCxnSpPr>
        <p:spPr>
          <a:xfrm>
            <a:off x="10995525" y="2790650"/>
            <a:ext cx="0" cy="10863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56"/>
          <p:cNvSpPr txBox="1">
            <a:spLocks noGrp="1"/>
          </p:cNvSpPr>
          <p:nvPr>
            <p:ph type="title"/>
          </p:nvPr>
        </p:nvSpPr>
        <p:spPr>
          <a:xfrm>
            <a:off x="453875" y="1980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t>Task B - </a:t>
            </a:r>
            <a:r>
              <a:rPr lang="en-US">
                <a:latin typeface="Calibri"/>
                <a:ea typeface="Calibri"/>
                <a:cs typeface="Calibri"/>
                <a:sym typeface="Calibri"/>
              </a:rPr>
              <a:t>Experimental Results</a:t>
            </a:r>
            <a:endParaRPr>
              <a:latin typeface="Calibri"/>
              <a:ea typeface="Calibri"/>
              <a:cs typeface="Calibri"/>
              <a:sym typeface="Calibri"/>
            </a:endParaRPr>
          </a:p>
          <a:p>
            <a:pPr marL="0" lvl="0" indent="0" algn="l" rtl="0">
              <a:spcBef>
                <a:spcPts val="0"/>
              </a:spcBef>
              <a:spcAft>
                <a:spcPts val="0"/>
              </a:spcAft>
              <a:buNone/>
            </a:pPr>
            <a:endParaRPr/>
          </a:p>
        </p:txBody>
      </p:sp>
      <p:sp>
        <p:nvSpPr>
          <p:cNvPr id="572" name="Google Shape;572;p56"/>
          <p:cNvSpPr txBox="1">
            <a:spLocks noGrp="1"/>
          </p:cNvSpPr>
          <p:nvPr>
            <p:ph type="sldNum" idx="12"/>
          </p:nvPr>
        </p:nvSpPr>
        <p:spPr>
          <a:xfrm>
            <a:off x="90678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pic>
        <p:nvPicPr>
          <p:cNvPr id="573" name="Google Shape;573;p56"/>
          <p:cNvPicPr preferRelativeResize="0"/>
          <p:nvPr/>
        </p:nvPicPr>
        <p:blipFill>
          <a:blip r:embed="rId3">
            <a:alphaModFix/>
          </a:blip>
          <a:stretch>
            <a:fillRect/>
          </a:stretch>
        </p:blipFill>
        <p:spPr>
          <a:xfrm>
            <a:off x="152400" y="1174775"/>
            <a:ext cx="11887200" cy="2280475"/>
          </a:xfrm>
          <a:prstGeom prst="rect">
            <a:avLst/>
          </a:prstGeom>
          <a:noFill/>
          <a:ln>
            <a:noFill/>
          </a:ln>
        </p:spPr>
      </p:pic>
      <p:pic>
        <p:nvPicPr>
          <p:cNvPr id="574" name="Google Shape;574;p56"/>
          <p:cNvPicPr preferRelativeResize="0"/>
          <p:nvPr/>
        </p:nvPicPr>
        <p:blipFill rotWithShape="1">
          <a:blip r:embed="rId4">
            <a:alphaModFix/>
          </a:blip>
          <a:srcRect t="80" b="90"/>
          <a:stretch/>
        </p:blipFill>
        <p:spPr>
          <a:xfrm>
            <a:off x="11059287" y="6095743"/>
            <a:ext cx="413400" cy="521100"/>
          </a:xfrm>
          <a:prstGeom prst="rect">
            <a:avLst/>
          </a:prstGeom>
          <a:noFill/>
          <a:ln>
            <a:noFill/>
          </a:ln>
        </p:spPr>
      </p:pic>
      <p:pic>
        <p:nvPicPr>
          <p:cNvPr id="575" name="Google Shape;575;p56"/>
          <p:cNvPicPr preferRelativeResize="0"/>
          <p:nvPr/>
        </p:nvPicPr>
        <p:blipFill>
          <a:blip r:embed="rId5">
            <a:alphaModFix/>
          </a:blip>
          <a:stretch>
            <a:fillRect/>
          </a:stretch>
        </p:blipFill>
        <p:spPr>
          <a:xfrm>
            <a:off x="878937" y="3559350"/>
            <a:ext cx="9932876" cy="29238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57"/>
          <p:cNvSpPr txBox="1">
            <a:spLocks noGrp="1"/>
          </p:cNvSpPr>
          <p:nvPr>
            <p:ph type="title"/>
          </p:nvPr>
        </p:nvSpPr>
        <p:spPr>
          <a:xfrm>
            <a:off x="416600" y="22457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latin typeface="Calibri"/>
                <a:ea typeface="Calibri"/>
                <a:cs typeface="Calibri"/>
                <a:sym typeface="Calibri"/>
              </a:rPr>
              <a:t>Task B - Algorithm Choose</a:t>
            </a:r>
            <a:endParaRPr>
              <a:latin typeface="Calibri"/>
              <a:ea typeface="Calibri"/>
              <a:cs typeface="Calibri"/>
              <a:sym typeface="Calibri"/>
            </a:endParaRPr>
          </a:p>
          <a:p>
            <a:pPr marL="0" lvl="0" indent="0" algn="l" rtl="0">
              <a:spcBef>
                <a:spcPts val="0"/>
              </a:spcBef>
              <a:spcAft>
                <a:spcPts val="0"/>
              </a:spcAft>
              <a:buNone/>
            </a:pPr>
            <a:endParaRPr/>
          </a:p>
        </p:txBody>
      </p:sp>
      <p:sp>
        <p:nvSpPr>
          <p:cNvPr id="582" name="Google Shape;582;p57"/>
          <p:cNvSpPr txBox="1">
            <a:spLocks noGrp="1"/>
          </p:cNvSpPr>
          <p:nvPr>
            <p:ph type="sldNum" idx="12"/>
          </p:nvPr>
        </p:nvSpPr>
        <p:spPr>
          <a:xfrm>
            <a:off x="90678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grpSp>
        <p:nvGrpSpPr>
          <p:cNvPr id="583" name="Google Shape;583;p57"/>
          <p:cNvGrpSpPr/>
          <p:nvPr/>
        </p:nvGrpSpPr>
        <p:grpSpPr>
          <a:xfrm>
            <a:off x="857250" y="1714500"/>
            <a:ext cx="3810000" cy="3810000"/>
            <a:chOff x="857250" y="1714500"/>
            <a:chExt cx="3810000" cy="3810000"/>
          </a:xfrm>
        </p:grpSpPr>
        <p:sp>
          <p:nvSpPr>
            <p:cNvPr id="584" name="Google Shape;584;p57"/>
            <p:cNvSpPr/>
            <p:nvPr/>
          </p:nvSpPr>
          <p:spPr>
            <a:xfrm>
              <a:off x="857250" y="1714500"/>
              <a:ext cx="3810000" cy="3810000"/>
            </a:xfrm>
            <a:prstGeom prst="roundRect">
              <a:avLst>
                <a:gd name="adj" fmla="val 500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5" name="Google Shape;585;p57"/>
            <p:cNvSpPr txBox="1"/>
            <p:nvPr/>
          </p:nvSpPr>
          <p:spPr>
            <a:xfrm>
              <a:off x="1047750" y="1905000"/>
              <a:ext cx="3429000" cy="3429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400" b="1" dirty="0">
                  <a:solidFill>
                    <a:srgbClr val="002060"/>
                  </a:solidFill>
                  <a:latin typeface="Calibri"/>
                  <a:ea typeface="Calibri"/>
                  <a:cs typeface="Calibri"/>
                  <a:sym typeface="Calibri"/>
                </a:rPr>
                <a:t>Prerequisites</a:t>
              </a:r>
              <a:endParaRPr sz="2400" b="1" dirty="0">
                <a:solidFill>
                  <a:srgbClr val="002060"/>
                </a:solidFill>
                <a:latin typeface="Calibri"/>
                <a:ea typeface="Calibri"/>
                <a:cs typeface="Calibri"/>
                <a:sym typeface="Calibri"/>
              </a:endParaRPr>
            </a:p>
            <a:p>
              <a:pPr marL="0" lvl="0" indent="0" algn="l" rtl="0">
                <a:spcBef>
                  <a:spcPts val="0"/>
                </a:spcBef>
                <a:spcAft>
                  <a:spcPts val="0"/>
                </a:spcAft>
                <a:buNone/>
              </a:pPr>
              <a:endParaRPr lang="en-US" sz="1600" b="1" dirty="0">
                <a:solidFill>
                  <a:srgbClr val="1E293B"/>
                </a:solidFill>
                <a:latin typeface="Calibri"/>
                <a:ea typeface="Calibri"/>
                <a:cs typeface="Calibri"/>
                <a:sym typeface="Calibri"/>
              </a:endParaRPr>
            </a:p>
            <a:p>
              <a:pPr marL="0" lvl="0" indent="0" algn="l" rtl="0">
                <a:spcBef>
                  <a:spcPts val="0"/>
                </a:spcBef>
                <a:spcAft>
                  <a:spcPts val="0"/>
                </a:spcAft>
                <a:buNone/>
              </a:pPr>
              <a:endParaRPr lang="en-US" sz="1600" b="1" dirty="0">
                <a:solidFill>
                  <a:srgbClr val="1E293B"/>
                </a:solidFill>
                <a:latin typeface="Calibri"/>
                <a:ea typeface="Calibri"/>
                <a:cs typeface="Calibri"/>
                <a:sym typeface="Calibri"/>
              </a:endParaRPr>
            </a:p>
            <a:p>
              <a:pPr marL="0" lvl="0" indent="0" algn="l" rtl="0">
                <a:spcBef>
                  <a:spcPts val="0"/>
                </a:spcBef>
                <a:spcAft>
                  <a:spcPts val="0"/>
                </a:spcAft>
                <a:buNone/>
              </a:pPr>
              <a:r>
                <a:rPr lang="en-US" sz="1600" b="1" dirty="0">
                  <a:solidFill>
                    <a:srgbClr val="1E293B"/>
                  </a:solidFill>
                  <a:latin typeface="Calibri"/>
                  <a:ea typeface="Calibri"/>
                  <a:cs typeface="Calibri"/>
                  <a:sym typeface="Calibri"/>
                </a:rPr>
                <a:t>Weighted Graph</a:t>
              </a:r>
              <a:endParaRPr sz="1600" b="1" dirty="0">
                <a:solidFill>
                  <a:srgbClr val="1E293B"/>
                </a:solidFill>
                <a:latin typeface="Calibri"/>
                <a:ea typeface="Calibri"/>
                <a:cs typeface="Calibri"/>
                <a:sym typeface="Calibri"/>
              </a:endParaRPr>
            </a:p>
            <a:p>
              <a:pPr marL="0" lvl="0" indent="0" algn="l" rtl="0">
                <a:spcBef>
                  <a:spcPts val="0"/>
                </a:spcBef>
                <a:spcAft>
                  <a:spcPts val="0"/>
                </a:spcAft>
                <a:buNone/>
              </a:pPr>
              <a:r>
                <a:rPr lang="en-US" sz="1100" dirty="0">
                  <a:solidFill>
                    <a:srgbClr val="64748B"/>
                  </a:solidFill>
                  <a:latin typeface="Calibri"/>
                  <a:ea typeface="Calibri"/>
                  <a:cs typeface="Calibri"/>
                  <a:sym typeface="Calibri"/>
                </a:rPr>
                <a:t>Algorithm requires numerical weights on all edges.</a:t>
              </a:r>
              <a:endParaRPr sz="1100" dirty="0">
                <a:solidFill>
                  <a:srgbClr val="64748B"/>
                </a:solidFill>
                <a:latin typeface="Calibri"/>
                <a:ea typeface="Calibri"/>
                <a:cs typeface="Calibri"/>
                <a:sym typeface="Calibri"/>
              </a:endParaRPr>
            </a:p>
            <a:p>
              <a:pPr marL="0" lvl="0" indent="0" algn="l" rtl="0">
                <a:spcBef>
                  <a:spcPts val="0"/>
                </a:spcBef>
                <a:spcAft>
                  <a:spcPts val="0"/>
                </a:spcAft>
                <a:buNone/>
              </a:pPr>
              <a:endParaRPr lang="en-US" sz="1600" b="1" dirty="0">
                <a:solidFill>
                  <a:srgbClr val="1E293B"/>
                </a:solidFill>
                <a:latin typeface="Calibri"/>
                <a:ea typeface="Calibri"/>
                <a:cs typeface="Calibri"/>
                <a:sym typeface="Calibri"/>
              </a:endParaRPr>
            </a:p>
            <a:p>
              <a:pPr marL="0" lvl="0" indent="0" algn="l" rtl="0">
                <a:spcBef>
                  <a:spcPts val="0"/>
                </a:spcBef>
                <a:spcAft>
                  <a:spcPts val="0"/>
                </a:spcAft>
                <a:buNone/>
              </a:pPr>
              <a:endParaRPr lang="en-US" sz="1600" b="1" dirty="0">
                <a:solidFill>
                  <a:srgbClr val="1E293B"/>
                </a:solidFill>
                <a:latin typeface="Calibri"/>
                <a:ea typeface="Calibri"/>
                <a:cs typeface="Calibri"/>
                <a:sym typeface="Calibri"/>
              </a:endParaRPr>
            </a:p>
            <a:p>
              <a:pPr marL="0" lvl="0" indent="0" algn="l" rtl="0">
                <a:spcBef>
                  <a:spcPts val="0"/>
                </a:spcBef>
                <a:spcAft>
                  <a:spcPts val="0"/>
                </a:spcAft>
                <a:buNone/>
              </a:pPr>
              <a:r>
                <a:rPr lang="en-US" sz="1600" b="1" dirty="0">
                  <a:solidFill>
                    <a:srgbClr val="1E293B"/>
                  </a:solidFill>
                  <a:latin typeface="Calibri"/>
                  <a:ea typeface="Calibri"/>
                  <a:cs typeface="Calibri"/>
                  <a:sym typeface="Calibri"/>
                </a:rPr>
                <a:t>No Negative Edges</a:t>
              </a:r>
              <a:endParaRPr sz="1600" b="1" dirty="0">
                <a:solidFill>
                  <a:srgbClr val="1E293B"/>
                </a:solidFill>
                <a:latin typeface="Calibri"/>
                <a:ea typeface="Calibri"/>
                <a:cs typeface="Calibri"/>
                <a:sym typeface="Calibri"/>
              </a:endParaRPr>
            </a:p>
            <a:p>
              <a:pPr marL="0" lvl="0" indent="0" algn="l" rtl="0">
                <a:spcBef>
                  <a:spcPts val="0"/>
                </a:spcBef>
                <a:spcAft>
                  <a:spcPts val="0"/>
                </a:spcAft>
                <a:buNone/>
              </a:pPr>
              <a:r>
                <a:rPr lang="en-US" sz="1100" dirty="0">
                  <a:solidFill>
                    <a:srgbClr val="64748B"/>
                  </a:solidFill>
                  <a:latin typeface="Calibri"/>
                  <a:ea typeface="Calibri"/>
                  <a:cs typeface="Calibri"/>
                  <a:sym typeface="Calibri"/>
                </a:rPr>
                <a:t>Weights must be non-negative for correct convergence.</a:t>
              </a:r>
              <a:endParaRPr sz="1100" dirty="0">
                <a:solidFill>
                  <a:srgbClr val="64748B"/>
                </a:solidFill>
                <a:latin typeface="Calibri"/>
                <a:ea typeface="Calibri"/>
                <a:cs typeface="Calibri"/>
                <a:sym typeface="Calibri"/>
              </a:endParaRPr>
            </a:p>
            <a:p>
              <a:pPr marL="0" lvl="0" indent="0" algn="l" rtl="0">
                <a:spcBef>
                  <a:spcPts val="0"/>
                </a:spcBef>
                <a:spcAft>
                  <a:spcPts val="0"/>
                </a:spcAft>
                <a:buNone/>
              </a:pPr>
              <a:endParaRPr lang="en-US" sz="1600" b="1" dirty="0">
                <a:solidFill>
                  <a:srgbClr val="1E293B"/>
                </a:solidFill>
                <a:latin typeface="Calibri"/>
                <a:ea typeface="Calibri"/>
                <a:cs typeface="Calibri"/>
                <a:sym typeface="Calibri"/>
              </a:endParaRPr>
            </a:p>
            <a:p>
              <a:pPr marL="0" lvl="0" indent="0" algn="l" rtl="0">
                <a:spcBef>
                  <a:spcPts val="0"/>
                </a:spcBef>
                <a:spcAft>
                  <a:spcPts val="0"/>
                </a:spcAft>
                <a:buNone/>
              </a:pPr>
              <a:endParaRPr lang="en-US" sz="1600" b="1" dirty="0">
                <a:solidFill>
                  <a:srgbClr val="1E293B"/>
                </a:solidFill>
                <a:latin typeface="Calibri"/>
                <a:ea typeface="Calibri"/>
                <a:cs typeface="Calibri"/>
                <a:sym typeface="Calibri"/>
              </a:endParaRPr>
            </a:p>
            <a:p>
              <a:pPr marL="0" lvl="0" indent="0" algn="l" rtl="0">
                <a:spcBef>
                  <a:spcPts val="0"/>
                </a:spcBef>
                <a:spcAft>
                  <a:spcPts val="0"/>
                </a:spcAft>
                <a:buNone/>
              </a:pPr>
              <a:r>
                <a:rPr lang="en-US" sz="1600" b="1" dirty="0">
                  <a:solidFill>
                    <a:srgbClr val="1E293B"/>
                  </a:solidFill>
                  <a:latin typeface="Calibri"/>
                  <a:ea typeface="Calibri"/>
                  <a:cs typeface="Calibri"/>
                  <a:sym typeface="Calibri"/>
                </a:rPr>
                <a:t>SSSP Problem</a:t>
              </a:r>
              <a:endParaRPr sz="1600" b="1" dirty="0">
                <a:solidFill>
                  <a:srgbClr val="1E293B"/>
                </a:solidFill>
                <a:latin typeface="Calibri"/>
                <a:ea typeface="Calibri"/>
                <a:cs typeface="Calibri"/>
                <a:sym typeface="Calibri"/>
              </a:endParaRPr>
            </a:p>
            <a:p>
              <a:pPr marL="0" lvl="0" indent="0" algn="l" rtl="0">
                <a:spcBef>
                  <a:spcPts val="0"/>
                </a:spcBef>
                <a:spcAft>
                  <a:spcPts val="0"/>
                </a:spcAft>
                <a:buNone/>
              </a:pPr>
              <a:r>
                <a:rPr lang="en-US" sz="1100" dirty="0">
                  <a:solidFill>
                    <a:srgbClr val="64748B"/>
                  </a:solidFill>
                  <a:latin typeface="Calibri"/>
                  <a:ea typeface="Calibri"/>
                  <a:cs typeface="Calibri"/>
                  <a:sym typeface="Calibri"/>
                </a:rPr>
                <a:t>Solves Single Source Shortest Path efficiency.</a:t>
              </a:r>
              <a:endParaRPr sz="1100" dirty="0">
                <a:solidFill>
                  <a:srgbClr val="64748B"/>
                </a:solidFill>
                <a:latin typeface="Calibri"/>
                <a:ea typeface="Calibri"/>
                <a:cs typeface="Calibri"/>
                <a:sym typeface="Calibri"/>
              </a:endParaRPr>
            </a:p>
          </p:txBody>
        </p:sp>
      </p:grpSp>
      <p:grpSp>
        <p:nvGrpSpPr>
          <p:cNvPr id="586" name="Google Shape;586;p57"/>
          <p:cNvGrpSpPr/>
          <p:nvPr/>
        </p:nvGrpSpPr>
        <p:grpSpPr>
          <a:xfrm>
            <a:off x="4953000" y="1714500"/>
            <a:ext cx="5048400" cy="3810000"/>
            <a:chOff x="4953000" y="1714500"/>
            <a:chExt cx="5048400" cy="3810000"/>
          </a:xfrm>
        </p:grpSpPr>
        <p:sp>
          <p:nvSpPr>
            <p:cNvPr id="587" name="Google Shape;587;p57"/>
            <p:cNvSpPr/>
            <p:nvPr/>
          </p:nvSpPr>
          <p:spPr>
            <a:xfrm>
              <a:off x="4953000" y="1714500"/>
              <a:ext cx="5048400" cy="3810000"/>
            </a:xfrm>
            <a:prstGeom prst="roundRect">
              <a:avLst>
                <a:gd name="adj" fmla="val 5000"/>
              </a:avLst>
            </a:prstGeom>
            <a:solidFill>
              <a:srgbClr val="00206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88" name="Google Shape;588;p57"/>
            <p:cNvSpPr txBox="1"/>
            <p:nvPr/>
          </p:nvSpPr>
          <p:spPr>
            <a:xfrm>
              <a:off x="5238750" y="2000250"/>
              <a:ext cx="4476900" cy="3238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800">
                  <a:solidFill>
                    <a:srgbClr val="94A3B8"/>
                  </a:solidFill>
                  <a:latin typeface="Calibri"/>
                  <a:ea typeface="Calibri"/>
                  <a:cs typeface="Calibri"/>
                  <a:sym typeface="Calibri"/>
                </a:rPr>
                <a:t>Selected Algorithm</a:t>
              </a:r>
              <a:endParaRPr sz="1800">
                <a:solidFill>
                  <a:srgbClr val="94A3B8"/>
                </a:solidFill>
                <a:latin typeface="Calibri"/>
                <a:ea typeface="Calibri"/>
                <a:cs typeface="Calibri"/>
                <a:sym typeface="Calibri"/>
              </a:endParaRPr>
            </a:p>
            <a:p>
              <a:pPr marL="0" lvl="0" indent="0" algn="ctr" rtl="0">
                <a:spcBef>
                  <a:spcPts val="1500"/>
                </a:spcBef>
                <a:spcAft>
                  <a:spcPts val="0"/>
                </a:spcAft>
                <a:buNone/>
              </a:pPr>
              <a:r>
                <a:rPr lang="en-US" sz="4800" b="1">
                  <a:solidFill>
                    <a:srgbClr val="FFFFFF"/>
                  </a:solidFill>
                  <a:latin typeface="Calibri"/>
                  <a:ea typeface="Calibri"/>
                  <a:cs typeface="Calibri"/>
                  <a:sym typeface="Calibri"/>
                </a:rPr>
                <a:t>Dijkstra's</a:t>
              </a:r>
              <a:endParaRPr sz="4800" b="1">
                <a:solidFill>
                  <a:srgbClr val="FFFFFF"/>
                </a:solidFill>
                <a:latin typeface="Calibri"/>
                <a:ea typeface="Calibri"/>
                <a:cs typeface="Calibri"/>
                <a:sym typeface="Calibri"/>
              </a:endParaRPr>
            </a:p>
            <a:p>
              <a:pPr marL="0" lvl="0" indent="0" algn="ctr" rtl="0">
                <a:spcBef>
                  <a:spcPts val="2250"/>
                </a:spcBef>
                <a:spcAft>
                  <a:spcPts val="0"/>
                </a:spcAft>
                <a:buNone/>
              </a:pPr>
              <a:r>
                <a:rPr lang="en-US" sz="1400">
                  <a:solidFill>
                    <a:srgbClr val="CBD5E1"/>
                  </a:solidFill>
                  <a:latin typeface="Calibri"/>
                  <a:ea typeface="Calibri"/>
                  <a:cs typeface="Calibri"/>
                  <a:sym typeface="Calibri"/>
                </a:rPr>
                <a:t>A greedy algorithm that finds the shortest paths between nodes in a graph.</a:t>
              </a:r>
              <a:endParaRPr sz="1400">
                <a:solidFill>
                  <a:srgbClr val="CBD5E1"/>
                </a:solidFill>
                <a:latin typeface="Calibri"/>
                <a:ea typeface="Calibri"/>
                <a:cs typeface="Calibri"/>
                <a:sym typeface="Calibri"/>
              </a:endParaRPr>
            </a:p>
          </p:txBody>
        </p:sp>
      </p:grpSp>
      <p:pic>
        <p:nvPicPr>
          <p:cNvPr id="2" name="图片 1">
            <a:extLst>
              <a:ext uri="{FF2B5EF4-FFF2-40B4-BE49-F238E27FC236}">
                <a16:creationId xmlns:a16="http://schemas.microsoft.com/office/drawing/2014/main" id="{88C6B819-F9B5-9F44-65EB-AF3EC5B96230}"/>
              </a:ext>
            </a:extLst>
          </p:cNvPr>
          <p:cNvPicPr>
            <a:picLocks noChangeAspect="1"/>
          </p:cNvPicPr>
          <p:nvPr/>
        </p:nvPicPr>
        <p:blipFill>
          <a:blip r:embed="rId3"/>
          <a:stretch>
            <a:fillRect/>
          </a:stretch>
        </p:blipFill>
        <p:spPr>
          <a:xfrm>
            <a:off x="977310" y="4195941"/>
            <a:ext cx="406400" cy="330200"/>
          </a:xfrm>
          <a:prstGeom prst="rect">
            <a:avLst/>
          </a:prstGeom>
        </p:spPr>
      </p:pic>
      <p:pic>
        <p:nvPicPr>
          <p:cNvPr id="3" name="图片 2">
            <a:extLst>
              <a:ext uri="{FF2B5EF4-FFF2-40B4-BE49-F238E27FC236}">
                <a16:creationId xmlns:a16="http://schemas.microsoft.com/office/drawing/2014/main" id="{720F0E3D-582B-9673-B47F-65DA0B9B4BF1}"/>
              </a:ext>
            </a:extLst>
          </p:cNvPr>
          <p:cNvPicPr>
            <a:picLocks noChangeAspect="1"/>
          </p:cNvPicPr>
          <p:nvPr/>
        </p:nvPicPr>
        <p:blipFill>
          <a:blip r:embed="rId4"/>
          <a:stretch>
            <a:fillRect/>
          </a:stretch>
        </p:blipFill>
        <p:spPr>
          <a:xfrm>
            <a:off x="1029882" y="3375383"/>
            <a:ext cx="368300" cy="342900"/>
          </a:xfrm>
          <a:prstGeom prst="rect">
            <a:avLst/>
          </a:prstGeom>
        </p:spPr>
      </p:pic>
      <p:pic>
        <p:nvPicPr>
          <p:cNvPr id="4" name="图片 3">
            <a:extLst>
              <a:ext uri="{FF2B5EF4-FFF2-40B4-BE49-F238E27FC236}">
                <a16:creationId xmlns:a16="http://schemas.microsoft.com/office/drawing/2014/main" id="{BECDD407-B647-C245-5DBC-6AE9C628D7AB}"/>
              </a:ext>
            </a:extLst>
          </p:cNvPr>
          <p:cNvPicPr>
            <a:picLocks noChangeAspect="1"/>
          </p:cNvPicPr>
          <p:nvPr/>
        </p:nvPicPr>
        <p:blipFill>
          <a:blip r:embed="rId5"/>
          <a:stretch>
            <a:fillRect/>
          </a:stretch>
        </p:blipFill>
        <p:spPr>
          <a:xfrm>
            <a:off x="1055282" y="2361075"/>
            <a:ext cx="342900" cy="3683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58"/>
          <p:cNvSpPr txBox="1">
            <a:spLocks noGrp="1"/>
          </p:cNvSpPr>
          <p:nvPr>
            <p:ph type="title"/>
          </p:nvPr>
        </p:nvSpPr>
        <p:spPr>
          <a:xfrm>
            <a:off x="286750" y="226700"/>
            <a:ext cx="4803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a:latin typeface="Calibri"/>
                <a:ea typeface="Calibri"/>
                <a:cs typeface="Calibri"/>
                <a:sym typeface="Calibri"/>
              </a:rPr>
              <a:t>Task B -  Dijkstra’s Algorithm</a:t>
            </a:r>
            <a:endParaRPr>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595" name="Google Shape;595;p58"/>
          <p:cNvSpPr txBox="1">
            <a:spLocks noGrp="1"/>
          </p:cNvSpPr>
          <p:nvPr>
            <p:ph type="sldNum" idx="12"/>
          </p:nvPr>
        </p:nvSpPr>
        <p:spPr>
          <a:xfrm>
            <a:off x="90678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pic>
        <p:nvPicPr>
          <p:cNvPr id="596" name="Google Shape;596;p58"/>
          <p:cNvPicPr preferRelativeResize="0"/>
          <p:nvPr/>
        </p:nvPicPr>
        <p:blipFill>
          <a:blip r:embed="rId3">
            <a:alphaModFix/>
          </a:blip>
          <a:stretch>
            <a:fillRect/>
          </a:stretch>
        </p:blipFill>
        <p:spPr>
          <a:xfrm>
            <a:off x="286750" y="852225"/>
            <a:ext cx="4312325" cy="5688275"/>
          </a:xfrm>
          <a:prstGeom prst="rect">
            <a:avLst/>
          </a:prstGeom>
          <a:noFill/>
          <a:ln>
            <a:noFill/>
          </a:ln>
        </p:spPr>
      </p:pic>
      <p:grpSp>
        <p:nvGrpSpPr>
          <p:cNvPr id="597" name="Google Shape;597;p58"/>
          <p:cNvGrpSpPr/>
          <p:nvPr/>
        </p:nvGrpSpPr>
        <p:grpSpPr>
          <a:xfrm>
            <a:off x="5657202" y="2395328"/>
            <a:ext cx="4000500" cy="2286000"/>
            <a:chOff x="6000752" y="1333503"/>
            <a:chExt cx="4000500" cy="2286000"/>
          </a:xfrm>
        </p:grpSpPr>
        <p:sp>
          <p:nvSpPr>
            <p:cNvPr id="598" name="Google Shape;598;p58"/>
            <p:cNvSpPr/>
            <p:nvPr/>
          </p:nvSpPr>
          <p:spPr>
            <a:xfrm>
              <a:off x="6000752" y="1333503"/>
              <a:ext cx="4000500" cy="2286000"/>
            </a:xfrm>
            <a:prstGeom prst="roundRect">
              <a:avLst>
                <a:gd name="adj" fmla="val 500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99" name="Google Shape;599;p58"/>
            <p:cNvSpPr txBox="1"/>
            <p:nvPr/>
          </p:nvSpPr>
          <p:spPr>
            <a:xfrm>
              <a:off x="6191252" y="1524003"/>
              <a:ext cx="3619500" cy="1905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1400" b="1" i="0" u="none" strike="noStrike">
                  <a:solidFill>
                    <a:srgbClr val="64748B"/>
                  </a:solidFill>
                  <a:latin typeface="Calibri"/>
                  <a:ea typeface="Calibri"/>
                  <a:cs typeface="Calibri"/>
                  <a:sym typeface="Calibri"/>
                </a:rPr>
                <a:t>Implementation</a:t>
              </a:r>
              <a:endParaRPr sz="1400" b="1" i="0" u="none" strike="noStrike">
                <a:solidFill>
                  <a:srgbClr val="64748B"/>
                </a:solidFill>
                <a:latin typeface="Calibri"/>
                <a:ea typeface="Calibri"/>
                <a:cs typeface="Calibri"/>
                <a:sym typeface="Calibri"/>
              </a:endParaRPr>
            </a:p>
            <a:p>
              <a:pPr marL="0" lvl="0" indent="0" algn="l" rtl="0">
                <a:spcBef>
                  <a:spcPts val="0"/>
                </a:spcBef>
                <a:spcAft>
                  <a:spcPts val="0"/>
                </a:spcAft>
                <a:buNone/>
              </a:pPr>
              <a:r>
                <a:rPr lang="en-US" sz="1800" b="1" i="0" u="none" strike="noStrike">
                  <a:solidFill>
                    <a:srgbClr val="002060"/>
                  </a:solidFill>
                  <a:latin typeface="Calibri"/>
                  <a:ea typeface="Calibri"/>
                  <a:cs typeface="Calibri"/>
                  <a:sym typeface="Calibri"/>
                </a:rPr>
                <a:t>PriorityQueue + Lazy-deletion</a:t>
              </a:r>
              <a:endParaRPr sz="1400" b="1" i="0" u="none" strike="noStrike">
                <a:solidFill>
                  <a:srgbClr val="64748B"/>
                </a:solidFill>
                <a:latin typeface="Calibri"/>
                <a:ea typeface="Calibri"/>
                <a:cs typeface="Calibri"/>
                <a:sym typeface="Calibri"/>
              </a:endParaRPr>
            </a:p>
            <a:p>
              <a:pPr marL="0" lvl="0" indent="0" algn="l" rtl="0">
                <a:spcBef>
                  <a:spcPts val="1125"/>
                </a:spcBef>
                <a:spcAft>
                  <a:spcPts val="0"/>
                </a:spcAft>
                <a:buNone/>
              </a:pPr>
              <a:r>
                <a:rPr lang="en-US" sz="1400" b="1" i="0" u="none" strike="noStrike">
                  <a:solidFill>
                    <a:srgbClr val="64748B"/>
                  </a:solidFill>
                  <a:latin typeface="Calibri"/>
                  <a:ea typeface="Calibri"/>
                  <a:cs typeface="Calibri"/>
                  <a:sym typeface="Calibri"/>
                </a:rPr>
                <a:t>Time Complexity</a:t>
              </a:r>
              <a:endParaRPr sz="1400" b="1" i="0" u="none" strike="noStrike">
                <a:solidFill>
                  <a:srgbClr val="64748B"/>
                </a:solidFill>
                <a:latin typeface="Calibri"/>
                <a:ea typeface="Calibri"/>
                <a:cs typeface="Calibri"/>
                <a:sym typeface="Calibri"/>
              </a:endParaRPr>
            </a:p>
            <a:p>
              <a:pPr marL="0" lvl="0" indent="0" algn="l" rtl="0">
                <a:spcBef>
                  <a:spcPts val="0"/>
                </a:spcBef>
                <a:spcAft>
                  <a:spcPts val="0"/>
                </a:spcAft>
                <a:buNone/>
              </a:pPr>
              <a:r>
                <a:rPr lang="en-US" sz="2200" b="1" i="1" u="none" strike="noStrike">
                  <a:solidFill>
                    <a:srgbClr val="3B82F6"/>
                  </a:solidFill>
                  <a:latin typeface="Calibri"/>
                  <a:ea typeface="Calibri"/>
                  <a:cs typeface="Calibri"/>
                  <a:sym typeface="Calibri"/>
                </a:rPr>
                <a:t>O((V + E) log V)</a:t>
              </a:r>
              <a:endParaRPr sz="1400" b="1" i="0" u="none" strike="noStrike">
                <a:solidFill>
                  <a:srgbClr val="64748B"/>
                </a:solidFill>
                <a:latin typeface="Calibri"/>
                <a:ea typeface="Calibri"/>
                <a:cs typeface="Calibri"/>
                <a:sym typeface="Calibri"/>
              </a:endParaRPr>
            </a:p>
            <a:p>
              <a:pPr marL="0" lvl="0" indent="0" algn="l" rtl="0">
                <a:spcBef>
                  <a:spcPts val="1125"/>
                </a:spcBef>
                <a:spcAft>
                  <a:spcPts val="0"/>
                </a:spcAft>
                <a:buNone/>
              </a:pPr>
              <a:r>
                <a:rPr lang="en-US" sz="1400" b="1" i="0" u="none" strike="noStrike">
                  <a:solidFill>
                    <a:srgbClr val="64748B"/>
                  </a:solidFill>
                  <a:latin typeface="Calibri"/>
                  <a:ea typeface="Calibri"/>
                  <a:cs typeface="Calibri"/>
                  <a:sym typeface="Calibri"/>
                </a:rPr>
                <a:t>Space Complexity</a:t>
              </a:r>
              <a:endParaRPr sz="1400" b="1" i="0" u="none" strike="noStrike">
                <a:solidFill>
                  <a:srgbClr val="64748B"/>
                </a:solidFill>
                <a:latin typeface="Calibri"/>
                <a:ea typeface="Calibri"/>
                <a:cs typeface="Calibri"/>
                <a:sym typeface="Calibri"/>
              </a:endParaRPr>
            </a:p>
            <a:p>
              <a:pPr marL="0" lvl="0" indent="0" algn="l" rtl="0">
                <a:spcBef>
                  <a:spcPts val="0"/>
                </a:spcBef>
                <a:spcAft>
                  <a:spcPts val="0"/>
                </a:spcAft>
                <a:buNone/>
              </a:pPr>
              <a:r>
                <a:rPr lang="en-US" sz="2200" b="1" i="1" u="none" strike="noStrike">
                  <a:solidFill>
                    <a:srgbClr val="3B82F6"/>
                  </a:solidFill>
                  <a:latin typeface="Calibri"/>
                  <a:ea typeface="Calibri"/>
                  <a:cs typeface="Calibri"/>
                  <a:sym typeface="Calibri"/>
                </a:rPr>
                <a:t>O(V + E)</a:t>
              </a:r>
              <a:endParaRPr sz="1400" b="1" i="0" u="none" strike="noStrike">
                <a:solidFill>
                  <a:srgbClr val="64748B"/>
                </a:solidFill>
                <a:latin typeface="Calibri"/>
                <a:ea typeface="Calibri"/>
                <a:cs typeface="Calibri"/>
                <a:sym typeface="Calibri"/>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pic>
        <p:nvPicPr>
          <p:cNvPr id="605" name="Google Shape;605;p59" descr="Shield-navy(rgb for online).png"/>
          <p:cNvPicPr preferRelativeResize="0"/>
          <p:nvPr/>
        </p:nvPicPr>
        <p:blipFill rotWithShape="1">
          <a:blip r:embed="rId3">
            <a:alphaModFix/>
          </a:blip>
          <a:srcRect/>
          <a:stretch/>
        </p:blipFill>
        <p:spPr>
          <a:xfrm>
            <a:off x="11059252" y="6095745"/>
            <a:ext cx="413401" cy="521209"/>
          </a:xfrm>
          <a:prstGeom prst="rect">
            <a:avLst/>
          </a:prstGeom>
          <a:noFill/>
          <a:ln>
            <a:noFill/>
          </a:ln>
        </p:spPr>
      </p:pic>
      <p:sp>
        <p:nvSpPr>
          <p:cNvPr id="606" name="Google Shape;606;p59"/>
          <p:cNvSpPr txBox="1"/>
          <p:nvPr/>
        </p:nvSpPr>
        <p:spPr>
          <a:xfrm>
            <a:off x="581025" y="381000"/>
            <a:ext cx="9525000" cy="762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US" sz="2720" b="1">
                <a:solidFill>
                  <a:srgbClr val="002060"/>
                </a:solidFill>
                <a:latin typeface="Calibri"/>
                <a:ea typeface="Calibri"/>
                <a:cs typeface="Calibri"/>
                <a:sym typeface="Calibri"/>
              </a:rPr>
              <a:t>Task B - Alternative Algorithms under Varying Graph Conditions</a:t>
            </a:r>
            <a:endParaRPr sz="2720" b="1">
              <a:solidFill>
                <a:srgbClr val="002060"/>
              </a:solidFill>
              <a:latin typeface="Calibri"/>
              <a:ea typeface="Calibri"/>
              <a:cs typeface="Calibri"/>
              <a:sym typeface="Calibri"/>
            </a:endParaRPr>
          </a:p>
        </p:txBody>
      </p:sp>
      <p:sp>
        <p:nvSpPr>
          <p:cNvPr id="607" name="Google Shape;607;p59"/>
          <p:cNvSpPr txBox="1">
            <a:spLocks noGrp="1"/>
          </p:cNvSpPr>
          <p:nvPr>
            <p:ph type="sldNum" idx="12"/>
          </p:nvPr>
        </p:nvSpPr>
        <p:spPr>
          <a:xfrm>
            <a:off x="90678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grpSp>
        <p:nvGrpSpPr>
          <p:cNvPr id="608" name="Google Shape;608;p59"/>
          <p:cNvGrpSpPr/>
          <p:nvPr/>
        </p:nvGrpSpPr>
        <p:grpSpPr>
          <a:xfrm>
            <a:off x="1233675" y="1320800"/>
            <a:ext cx="9334500" cy="1428900"/>
            <a:chOff x="581025" y="1238250"/>
            <a:chExt cx="9334500" cy="1428900"/>
          </a:xfrm>
        </p:grpSpPr>
        <p:sp>
          <p:nvSpPr>
            <p:cNvPr id="609" name="Google Shape;609;p59"/>
            <p:cNvSpPr/>
            <p:nvPr/>
          </p:nvSpPr>
          <p:spPr>
            <a:xfrm>
              <a:off x="581025" y="1238250"/>
              <a:ext cx="9334500" cy="1428900"/>
            </a:xfrm>
            <a:prstGeom prst="roundRect">
              <a:avLst>
                <a:gd name="adj" fmla="val 1000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0" name="Google Shape;610;p59"/>
            <p:cNvSpPr txBox="1"/>
            <p:nvPr/>
          </p:nvSpPr>
          <p:spPr>
            <a:xfrm>
              <a:off x="771525" y="1381125"/>
              <a:ext cx="8953500" cy="11430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a:solidFill>
                    <a:srgbClr val="002060"/>
                  </a:solidFill>
                  <a:latin typeface="Calibri"/>
                  <a:ea typeface="Calibri"/>
                  <a:cs typeface="Calibri"/>
                  <a:sym typeface="Calibri"/>
                </a:rPr>
                <a:t>1. Unweighted Graph: BFS (Breadth-First Search)</a:t>
              </a:r>
              <a:endParaRPr sz="1800" b="1">
                <a:solidFill>
                  <a:srgbClr val="002060"/>
                </a:solidFill>
                <a:latin typeface="Calibri"/>
                <a:ea typeface="Calibri"/>
                <a:cs typeface="Calibri"/>
                <a:sym typeface="Calibri"/>
              </a:endParaRPr>
            </a:p>
            <a:p>
              <a:pPr marL="0" lvl="0" indent="0" algn="l" rtl="0">
                <a:spcBef>
                  <a:spcPts val="600"/>
                </a:spcBef>
                <a:spcAft>
                  <a:spcPts val="0"/>
                </a:spcAft>
                <a:buNone/>
              </a:pPr>
              <a:r>
                <a:rPr lang="en-US" sz="1300" b="0">
                  <a:solidFill>
                    <a:srgbClr val="1E293B"/>
                  </a:solidFill>
                  <a:latin typeface="Calibri"/>
                  <a:ea typeface="Calibri"/>
                  <a:cs typeface="Calibri"/>
                  <a:sym typeface="Calibri"/>
                </a:rPr>
                <a:t>The optimal choice for unweighted graphs, exploring level by level to guarantee the shortest path by edge count.</a:t>
              </a:r>
              <a:endParaRPr sz="1300" b="0">
                <a:solidFill>
                  <a:srgbClr val="1E293B"/>
                </a:solidFill>
                <a:latin typeface="Calibri"/>
                <a:ea typeface="Calibri"/>
                <a:cs typeface="Calibri"/>
                <a:sym typeface="Calibri"/>
              </a:endParaRPr>
            </a:p>
            <a:p>
              <a:pPr marL="0" lvl="0" indent="0" algn="l" rtl="0">
                <a:spcBef>
                  <a:spcPts val="450"/>
                </a:spcBef>
                <a:spcAft>
                  <a:spcPts val="0"/>
                </a:spcAft>
                <a:buNone/>
              </a:pPr>
              <a:r>
                <a:rPr lang="en-US" sz="1200">
                  <a:solidFill>
                    <a:srgbClr val="334155"/>
                  </a:solidFill>
                  <a:latin typeface="Calibri"/>
                  <a:ea typeface="Calibri"/>
                  <a:cs typeface="Calibri"/>
                  <a:sym typeface="Calibri"/>
                </a:rPr>
                <a:t>The FIFO queue used in BFS is sufficient to process nodes in increasing order of distance with </a:t>
              </a:r>
              <a:r>
                <a:rPr lang="en-US" sz="1200" b="0">
                  <a:solidFill>
                    <a:srgbClr val="334155"/>
                  </a:solidFill>
                  <a:latin typeface="Calibri"/>
                  <a:ea typeface="Calibri"/>
                  <a:cs typeface="Calibri"/>
                  <a:sym typeface="Calibri"/>
                </a:rPr>
                <a:t>time complexity </a:t>
              </a:r>
              <a:r>
                <a:rPr lang="en-US" sz="1200">
                  <a:solidFill>
                    <a:srgbClr val="334155"/>
                  </a:solidFill>
                  <a:latin typeface="Calibri"/>
                  <a:ea typeface="Calibri"/>
                  <a:cs typeface="Calibri"/>
                  <a:sym typeface="Calibri"/>
                </a:rPr>
                <a:t>of</a:t>
              </a:r>
              <a:r>
                <a:rPr lang="en-US" sz="1200" b="0">
                  <a:solidFill>
                    <a:srgbClr val="334155"/>
                  </a:solidFill>
                  <a:latin typeface="Calibri"/>
                  <a:ea typeface="Calibri"/>
                  <a:cs typeface="Calibri"/>
                  <a:sym typeface="Calibri"/>
                </a:rPr>
                <a:t> O(V+E).</a:t>
              </a:r>
              <a:endParaRPr sz="1200" b="0">
                <a:solidFill>
                  <a:srgbClr val="334155"/>
                </a:solidFill>
                <a:latin typeface="Calibri"/>
                <a:ea typeface="Calibri"/>
                <a:cs typeface="Calibri"/>
                <a:sym typeface="Calibri"/>
              </a:endParaRPr>
            </a:p>
          </p:txBody>
        </p:sp>
      </p:grpSp>
      <p:grpSp>
        <p:nvGrpSpPr>
          <p:cNvPr id="611" name="Google Shape;611;p59"/>
          <p:cNvGrpSpPr/>
          <p:nvPr/>
        </p:nvGrpSpPr>
        <p:grpSpPr>
          <a:xfrm>
            <a:off x="1233675" y="2892425"/>
            <a:ext cx="9334500" cy="1428900"/>
            <a:chOff x="581025" y="2809875"/>
            <a:chExt cx="9334500" cy="1428900"/>
          </a:xfrm>
        </p:grpSpPr>
        <p:sp>
          <p:nvSpPr>
            <p:cNvPr id="612" name="Google Shape;612;p59"/>
            <p:cNvSpPr/>
            <p:nvPr/>
          </p:nvSpPr>
          <p:spPr>
            <a:xfrm>
              <a:off x="581025" y="2809875"/>
              <a:ext cx="9334500" cy="1428900"/>
            </a:xfrm>
            <a:prstGeom prst="roundRect">
              <a:avLst>
                <a:gd name="adj" fmla="val 1000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3" name="Google Shape;613;p59"/>
            <p:cNvSpPr txBox="1"/>
            <p:nvPr/>
          </p:nvSpPr>
          <p:spPr>
            <a:xfrm>
              <a:off x="771525" y="2952750"/>
              <a:ext cx="8953500" cy="11430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a:solidFill>
                    <a:srgbClr val="002060"/>
                  </a:solidFill>
                  <a:latin typeface="Calibri"/>
                  <a:ea typeface="Calibri"/>
                  <a:cs typeface="Calibri"/>
                  <a:sym typeface="Calibri"/>
                </a:rPr>
                <a:t>2. Large-Scale Graph Processing: Bidirectional Dijkstra</a:t>
              </a:r>
              <a:endParaRPr sz="1800" b="1">
                <a:solidFill>
                  <a:srgbClr val="002060"/>
                </a:solidFill>
                <a:latin typeface="Calibri"/>
                <a:ea typeface="Calibri"/>
                <a:cs typeface="Calibri"/>
                <a:sym typeface="Calibri"/>
              </a:endParaRPr>
            </a:p>
            <a:p>
              <a:pPr marL="0" lvl="0" indent="0" algn="l" rtl="0">
                <a:spcBef>
                  <a:spcPts val="600"/>
                </a:spcBef>
                <a:spcAft>
                  <a:spcPts val="0"/>
                </a:spcAft>
                <a:buNone/>
              </a:pPr>
              <a:r>
                <a:rPr lang="en-US" sz="1300" b="0">
                  <a:solidFill>
                    <a:srgbClr val="1E293B"/>
                  </a:solidFill>
                  <a:latin typeface="Calibri"/>
                  <a:ea typeface="Calibri"/>
                  <a:cs typeface="Calibri"/>
                  <a:sym typeface="Calibri"/>
                </a:rPr>
                <a:t>Runs simultaneous searches from source and target to meet in the middle, reducing search space from a radius d to two circles of radius d/2.</a:t>
              </a:r>
              <a:endParaRPr sz="1300" b="0">
                <a:solidFill>
                  <a:srgbClr val="1E293B"/>
                </a:solidFill>
                <a:latin typeface="Calibri"/>
                <a:ea typeface="Calibri"/>
                <a:cs typeface="Calibri"/>
                <a:sym typeface="Calibri"/>
              </a:endParaRPr>
            </a:p>
            <a:p>
              <a:pPr marL="0" lvl="0" indent="0" algn="l" rtl="0">
                <a:spcBef>
                  <a:spcPts val="450"/>
                </a:spcBef>
                <a:spcAft>
                  <a:spcPts val="0"/>
                </a:spcAft>
                <a:buNone/>
              </a:pPr>
              <a:r>
                <a:rPr lang="en-US" sz="1200" b="0" i="1">
                  <a:solidFill>
                    <a:srgbClr val="334155"/>
                  </a:solidFill>
                  <a:latin typeface="Calibri"/>
                  <a:ea typeface="Calibri"/>
                  <a:cs typeface="Calibri"/>
                  <a:sym typeface="Calibri"/>
                </a:rPr>
                <a:t>Limitation: Doubles memory overhead and requires destination knowledge before the search begins.</a:t>
              </a:r>
              <a:endParaRPr sz="1200" b="0" i="1">
                <a:solidFill>
                  <a:srgbClr val="334155"/>
                </a:solidFill>
                <a:latin typeface="Calibri"/>
                <a:ea typeface="Calibri"/>
                <a:cs typeface="Calibri"/>
                <a:sym typeface="Calibri"/>
              </a:endParaRPr>
            </a:p>
          </p:txBody>
        </p:sp>
      </p:grpSp>
      <p:grpSp>
        <p:nvGrpSpPr>
          <p:cNvPr id="614" name="Google Shape;614;p59"/>
          <p:cNvGrpSpPr/>
          <p:nvPr/>
        </p:nvGrpSpPr>
        <p:grpSpPr>
          <a:xfrm>
            <a:off x="1233675" y="4464050"/>
            <a:ext cx="9334500" cy="1714500"/>
            <a:chOff x="581025" y="4381500"/>
            <a:chExt cx="9334500" cy="1714500"/>
          </a:xfrm>
        </p:grpSpPr>
        <p:sp>
          <p:nvSpPr>
            <p:cNvPr id="615" name="Google Shape;615;p59"/>
            <p:cNvSpPr/>
            <p:nvPr/>
          </p:nvSpPr>
          <p:spPr>
            <a:xfrm>
              <a:off x="581025" y="4381500"/>
              <a:ext cx="9334500" cy="1714500"/>
            </a:xfrm>
            <a:prstGeom prst="roundRect">
              <a:avLst>
                <a:gd name="adj" fmla="val 8333"/>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16" name="Google Shape;616;p59"/>
            <p:cNvSpPr txBox="1"/>
            <p:nvPr/>
          </p:nvSpPr>
          <p:spPr>
            <a:xfrm>
              <a:off x="771525" y="4524375"/>
              <a:ext cx="8953500" cy="14289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800" b="1">
                  <a:solidFill>
                    <a:srgbClr val="002060"/>
                  </a:solidFill>
                  <a:latin typeface="Calibri"/>
                  <a:ea typeface="Calibri"/>
                  <a:cs typeface="Calibri"/>
                  <a:sym typeface="Calibri"/>
                </a:rPr>
                <a:t>3. Node Coordinates Available: A* Search Algorithm</a:t>
              </a:r>
              <a:endParaRPr sz="1800" b="1">
                <a:solidFill>
                  <a:srgbClr val="002060"/>
                </a:solidFill>
                <a:latin typeface="Calibri"/>
                <a:ea typeface="Calibri"/>
                <a:cs typeface="Calibri"/>
                <a:sym typeface="Calibri"/>
              </a:endParaRPr>
            </a:p>
            <a:p>
              <a:pPr marL="0" lvl="0" indent="0" algn="l" rtl="0">
                <a:spcBef>
                  <a:spcPts val="600"/>
                </a:spcBef>
                <a:spcAft>
                  <a:spcPts val="0"/>
                </a:spcAft>
                <a:buNone/>
              </a:pPr>
              <a:r>
                <a:rPr lang="en-US" sz="1300" b="0">
                  <a:solidFill>
                    <a:srgbClr val="1E293B"/>
                  </a:solidFill>
                  <a:latin typeface="Calibri"/>
                  <a:ea typeface="Calibri"/>
                  <a:cs typeface="Calibri"/>
                  <a:sym typeface="Calibri"/>
                </a:rPr>
                <a:t>Treats the graph as a spatial network using heuristic estimates of straight-line distance to guide the search efficiently.</a:t>
              </a:r>
              <a:endParaRPr sz="1300" b="0">
                <a:solidFill>
                  <a:srgbClr val="1E293B"/>
                </a:solidFill>
                <a:latin typeface="Calibri"/>
                <a:ea typeface="Calibri"/>
                <a:cs typeface="Calibri"/>
                <a:sym typeface="Calibri"/>
              </a:endParaRPr>
            </a:p>
            <a:p>
              <a:pPr marL="0" lvl="0" indent="0" algn="ctr" rtl="0">
                <a:spcBef>
                  <a:spcPts val="750"/>
                </a:spcBef>
                <a:spcAft>
                  <a:spcPts val="0"/>
                </a:spcAft>
                <a:buNone/>
              </a:pPr>
              <a:r>
                <a:rPr lang="en-US" sz="1800" b="1">
                  <a:solidFill>
                    <a:srgbClr val="002060"/>
                  </a:solidFill>
                  <a:latin typeface="Calibri"/>
                  <a:ea typeface="Calibri"/>
                  <a:cs typeface="Calibri"/>
                  <a:sym typeface="Calibri"/>
                </a:rPr>
                <a:t>f(n) = g(n) + h(n)</a:t>
              </a:r>
              <a:endParaRPr sz="1800" b="1">
                <a:solidFill>
                  <a:srgbClr val="002060"/>
                </a:solidFill>
                <a:latin typeface="Calibri"/>
                <a:ea typeface="Calibri"/>
                <a:cs typeface="Calibri"/>
                <a:sym typeface="Calibri"/>
              </a:endParaRPr>
            </a:p>
            <a:p>
              <a:pPr marL="0" lvl="0" indent="0" algn="l" rtl="0">
                <a:spcBef>
                  <a:spcPts val="600"/>
                </a:spcBef>
                <a:spcAft>
                  <a:spcPts val="0"/>
                </a:spcAft>
                <a:buNone/>
              </a:pPr>
              <a:r>
                <a:rPr lang="en-US" sz="1100" b="0">
                  <a:solidFill>
                    <a:srgbClr val="334155"/>
                  </a:solidFill>
                  <a:latin typeface="Calibri"/>
                  <a:ea typeface="Calibri"/>
                  <a:cs typeface="Calibri"/>
                  <a:sym typeface="Calibri"/>
                </a:rPr>
                <a:t>g(n): actual cost from start; h(n): heuristic estimate from coordinates to goal.</a:t>
              </a:r>
              <a:endParaRPr sz="1100" b="0">
                <a:solidFill>
                  <a:srgbClr val="334155"/>
                </a:solidFill>
                <a:latin typeface="Calibri"/>
                <a:ea typeface="Calibri"/>
                <a:cs typeface="Calibri"/>
                <a:sym typeface="Calibri"/>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60"/>
          <p:cNvSpPr txBox="1">
            <a:spLocks noGrp="1"/>
          </p:cNvSpPr>
          <p:nvPr>
            <p:ph type="body" idx="1"/>
          </p:nvPr>
        </p:nvSpPr>
        <p:spPr>
          <a:xfrm>
            <a:off x="1543750" y="2972150"/>
            <a:ext cx="10515600" cy="43512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100"/>
              <a:buFont typeface="Arial"/>
              <a:buNone/>
            </a:pPr>
            <a:r>
              <a:rPr lang="en-US" sz="3900" b="1">
                <a:solidFill>
                  <a:srgbClr val="002060"/>
                </a:solidFill>
                <a:latin typeface="Calibri"/>
                <a:ea typeface="Calibri"/>
                <a:cs typeface="Calibri"/>
                <a:sym typeface="Calibri"/>
              </a:rPr>
              <a:t>Task C – Design of the Overall Application</a:t>
            </a:r>
            <a:endParaRPr sz="3900"/>
          </a:p>
        </p:txBody>
      </p:sp>
      <p:sp>
        <p:nvSpPr>
          <p:cNvPr id="623" name="Google Shape;623;p60"/>
          <p:cNvSpPr txBox="1">
            <a:spLocks noGrp="1"/>
          </p:cNvSpPr>
          <p:nvPr>
            <p:ph type="sldNum" idx="12"/>
          </p:nvPr>
        </p:nvSpPr>
        <p:spPr>
          <a:xfrm>
            <a:off x="90678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3925A-59FC-E569-972E-647B84DDAD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5C619A-A06E-BDD7-4317-8F219012422A}"/>
              </a:ext>
            </a:extLst>
          </p:cNvPr>
          <p:cNvSpPr>
            <a:spLocks noGrp="1"/>
          </p:cNvSpPr>
          <p:nvPr>
            <p:ph type="title"/>
          </p:nvPr>
        </p:nvSpPr>
        <p:spPr/>
        <p:txBody>
          <a:bodyPr>
            <a:normAutofit/>
          </a:bodyPr>
          <a:lstStyle/>
          <a:p>
            <a:r>
              <a:rPr lang="en-US" dirty="0">
                <a:latin typeface="Bahnschrift SemiBold SemiConden" panose="020B0502040204020203" pitchFamily="34" charset="0"/>
              </a:rPr>
              <a:t>Task C - </a:t>
            </a:r>
            <a:r>
              <a:rPr lang="en-US" altLang="zh-CN" dirty="0"/>
              <a:t>Design of the Overall Application</a:t>
            </a:r>
            <a:endParaRPr lang="en-US" dirty="0">
              <a:latin typeface="Bahnschrift SemiBold SemiConden" panose="020B0502040204020203" pitchFamily="34" charset="0"/>
            </a:endParaRPr>
          </a:p>
        </p:txBody>
      </p:sp>
      <p:sp>
        <p:nvSpPr>
          <p:cNvPr id="5" name="Slide Number Placeholder 4">
            <a:extLst>
              <a:ext uri="{FF2B5EF4-FFF2-40B4-BE49-F238E27FC236}">
                <a16:creationId xmlns:a16="http://schemas.microsoft.com/office/drawing/2014/main" id="{518A885A-5BB1-3774-2B66-C91D10824192}"/>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71D0367-918D-436A-A165-E28226D59459}" type="slidenum">
              <a:rPr lang="en-US" smtClean="0"/>
              <a:pPr/>
              <a:t>22</a:t>
            </a:fld>
            <a:endParaRPr lang="en-US"/>
          </a:p>
        </p:txBody>
      </p:sp>
      <p:sp>
        <p:nvSpPr>
          <p:cNvPr id="4" name="TextBox 9">
            <a:extLst>
              <a:ext uri="{FF2B5EF4-FFF2-40B4-BE49-F238E27FC236}">
                <a16:creationId xmlns:a16="http://schemas.microsoft.com/office/drawing/2014/main" id="{0E00BAC7-9EBD-C6AF-A187-8663A6FA7F00}"/>
              </a:ext>
            </a:extLst>
          </p:cNvPr>
          <p:cNvSpPr txBox="1"/>
          <p:nvPr/>
        </p:nvSpPr>
        <p:spPr>
          <a:xfrm>
            <a:off x="1421917" y="1914848"/>
            <a:ext cx="6515501" cy="359073"/>
          </a:xfrm>
          <a:prstGeom prst="rect">
            <a:avLst/>
          </a:prstGeom>
        </p:spPr>
        <p:txBody>
          <a:bodyPr wrap="square" lIns="0" tIns="0" rIns="0" bIns="0" rtlCol="0" anchor="t">
            <a:spAutoFit/>
          </a:bodyPr>
          <a:lstStyle/>
          <a:p>
            <a:pPr>
              <a:lnSpc>
                <a:spcPts val="2800"/>
              </a:lnSpc>
            </a:pPr>
            <a:r>
              <a:rPr lang="en-US" sz="2400" b="1" u="sng" dirty="0">
                <a:solidFill>
                  <a:srgbClr val="000000"/>
                </a:solidFill>
                <a:latin typeface="Bahnschrift SemiBold SemiConden" panose="020B0502040204020203" pitchFamily="34" charset="0"/>
                <a:ea typeface="Garet Bold"/>
                <a:cs typeface="Garet Bold"/>
                <a:sym typeface="Garet Bold"/>
              </a:rPr>
              <a:t>Overall Program Design</a:t>
            </a:r>
          </a:p>
        </p:txBody>
      </p:sp>
      <p:pic>
        <p:nvPicPr>
          <p:cNvPr id="7" name="图片 6">
            <a:extLst>
              <a:ext uri="{FF2B5EF4-FFF2-40B4-BE49-F238E27FC236}">
                <a16:creationId xmlns:a16="http://schemas.microsoft.com/office/drawing/2014/main" id="{663A0DA5-BBC1-FA17-3D47-9DD78A981F20}"/>
              </a:ext>
            </a:extLst>
          </p:cNvPr>
          <p:cNvPicPr>
            <a:picLocks noChangeAspect="1"/>
          </p:cNvPicPr>
          <p:nvPr/>
        </p:nvPicPr>
        <p:blipFill>
          <a:blip r:embed="rId3"/>
          <a:stretch>
            <a:fillRect/>
          </a:stretch>
        </p:blipFill>
        <p:spPr>
          <a:xfrm>
            <a:off x="1421918" y="2573873"/>
            <a:ext cx="1640089" cy="1460000"/>
          </a:xfrm>
          <a:prstGeom prst="rect">
            <a:avLst/>
          </a:prstGeom>
        </p:spPr>
      </p:pic>
      <p:pic>
        <p:nvPicPr>
          <p:cNvPr id="11" name="图片 10">
            <a:extLst>
              <a:ext uri="{FF2B5EF4-FFF2-40B4-BE49-F238E27FC236}">
                <a16:creationId xmlns:a16="http://schemas.microsoft.com/office/drawing/2014/main" id="{7086A694-64FE-10EB-15B9-B76BD61BE1B4}"/>
              </a:ext>
            </a:extLst>
          </p:cNvPr>
          <p:cNvPicPr>
            <a:picLocks noChangeAspect="1"/>
          </p:cNvPicPr>
          <p:nvPr/>
        </p:nvPicPr>
        <p:blipFill>
          <a:blip r:embed="rId4"/>
          <a:srcRect b="97003"/>
          <a:stretch>
            <a:fillRect/>
          </a:stretch>
        </p:blipFill>
        <p:spPr>
          <a:xfrm>
            <a:off x="1421918" y="4199245"/>
            <a:ext cx="1640089" cy="205563"/>
          </a:xfrm>
          <a:prstGeom prst="rect">
            <a:avLst/>
          </a:prstGeom>
        </p:spPr>
      </p:pic>
      <p:pic>
        <p:nvPicPr>
          <p:cNvPr id="15" name="图片 14">
            <a:extLst>
              <a:ext uri="{FF2B5EF4-FFF2-40B4-BE49-F238E27FC236}">
                <a16:creationId xmlns:a16="http://schemas.microsoft.com/office/drawing/2014/main" id="{BD9B34AD-2E02-914B-FC12-188A49CCE37B}"/>
              </a:ext>
            </a:extLst>
          </p:cNvPr>
          <p:cNvPicPr>
            <a:picLocks noChangeAspect="1"/>
          </p:cNvPicPr>
          <p:nvPr/>
        </p:nvPicPr>
        <p:blipFill>
          <a:blip r:embed="rId4"/>
          <a:srcRect t="68837" b="19897"/>
          <a:stretch>
            <a:fillRect/>
          </a:stretch>
        </p:blipFill>
        <p:spPr>
          <a:xfrm>
            <a:off x="1421917" y="4665705"/>
            <a:ext cx="1640089" cy="772632"/>
          </a:xfrm>
          <a:prstGeom prst="rect">
            <a:avLst/>
          </a:prstGeom>
        </p:spPr>
      </p:pic>
      <p:pic>
        <p:nvPicPr>
          <p:cNvPr id="17" name="图片 16">
            <a:extLst>
              <a:ext uri="{FF2B5EF4-FFF2-40B4-BE49-F238E27FC236}">
                <a16:creationId xmlns:a16="http://schemas.microsoft.com/office/drawing/2014/main" id="{DD592522-F2BD-942E-EFBC-AFFAF625BA4E}"/>
              </a:ext>
            </a:extLst>
          </p:cNvPr>
          <p:cNvPicPr>
            <a:picLocks noChangeAspect="1"/>
          </p:cNvPicPr>
          <p:nvPr/>
        </p:nvPicPr>
        <p:blipFill>
          <a:blip r:embed="rId4"/>
          <a:srcRect t="96848"/>
          <a:stretch>
            <a:fillRect/>
          </a:stretch>
        </p:blipFill>
        <p:spPr>
          <a:xfrm>
            <a:off x="1421917" y="4427147"/>
            <a:ext cx="1640089" cy="216195"/>
          </a:xfrm>
          <a:prstGeom prst="rect">
            <a:avLst/>
          </a:prstGeom>
        </p:spPr>
      </p:pic>
      <p:pic>
        <p:nvPicPr>
          <p:cNvPr id="19" name="图片 18">
            <a:extLst>
              <a:ext uri="{FF2B5EF4-FFF2-40B4-BE49-F238E27FC236}">
                <a16:creationId xmlns:a16="http://schemas.microsoft.com/office/drawing/2014/main" id="{43D177E6-5BA2-90F3-AD14-538B002300B3}"/>
              </a:ext>
            </a:extLst>
          </p:cNvPr>
          <p:cNvPicPr>
            <a:picLocks noChangeAspect="1"/>
          </p:cNvPicPr>
          <p:nvPr/>
        </p:nvPicPr>
        <p:blipFill>
          <a:blip r:embed="rId4"/>
          <a:srcRect t="57261" b="31059"/>
          <a:stretch>
            <a:fillRect/>
          </a:stretch>
        </p:blipFill>
        <p:spPr>
          <a:xfrm>
            <a:off x="3104539" y="2572262"/>
            <a:ext cx="1640089" cy="800986"/>
          </a:xfrm>
          <a:prstGeom prst="rect">
            <a:avLst/>
          </a:prstGeom>
        </p:spPr>
      </p:pic>
      <p:pic>
        <p:nvPicPr>
          <p:cNvPr id="21" name="图片 20">
            <a:extLst>
              <a:ext uri="{FF2B5EF4-FFF2-40B4-BE49-F238E27FC236}">
                <a16:creationId xmlns:a16="http://schemas.microsoft.com/office/drawing/2014/main" id="{3852BF2B-20A5-5A09-7AE4-054185ED1914}"/>
              </a:ext>
            </a:extLst>
          </p:cNvPr>
          <p:cNvPicPr>
            <a:picLocks noChangeAspect="1"/>
          </p:cNvPicPr>
          <p:nvPr/>
        </p:nvPicPr>
        <p:blipFill>
          <a:blip r:embed="rId4"/>
          <a:srcRect t="42875" b="42739"/>
          <a:stretch>
            <a:fillRect/>
          </a:stretch>
        </p:blipFill>
        <p:spPr>
          <a:xfrm>
            <a:off x="3104539" y="3387511"/>
            <a:ext cx="1640089" cy="986619"/>
          </a:xfrm>
          <a:prstGeom prst="rect">
            <a:avLst/>
          </a:prstGeom>
        </p:spPr>
      </p:pic>
      <p:pic>
        <p:nvPicPr>
          <p:cNvPr id="23" name="图片 22">
            <a:extLst>
              <a:ext uri="{FF2B5EF4-FFF2-40B4-BE49-F238E27FC236}">
                <a16:creationId xmlns:a16="http://schemas.microsoft.com/office/drawing/2014/main" id="{B8F89438-128A-5EF1-0623-07873B30DC73}"/>
              </a:ext>
            </a:extLst>
          </p:cNvPr>
          <p:cNvPicPr>
            <a:picLocks noChangeAspect="1"/>
          </p:cNvPicPr>
          <p:nvPr/>
        </p:nvPicPr>
        <p:blipFill>
          <a:blip r:embed="rId4"/>
          <a:srcRect t="22946" b="62667"/>
          <a:stretch>
            <a:fillRect/>
          </a:stretch>
        </p:blipFill>
        <p:spPr>
          <a:xfrm>
            <a:off x="4787152" y="3598204"/>
            <a:ext cx="1640089" cy="986620"/>
          </a:xfrm>
          <a:prstGeom prst="rect">
            <a:avLst/>
          </a:prstGeom>
        </p:spPr>
      </p:pic>
      <p:pic>
        <p:nvPicPr>
          <p:cNvPr id="25" name="图片 24">
            <a:extLst>
              <a:ext uri="{FF2B5EF4-FFF2-40B4-BE49-F238E27FC236}">
                <a16:creationId xmlns:a16="http://schemas.microsoft.com/office/drawing/2014/main" id="{73446494-5358-A201-74C5-D6C07C105C0C}"/>
              </a:ext>
            </a:extLst>
          </p:cNvPr>
          <p:cNvPicPr>
            <a:picLocks noChangeAspect="1"/>
          </p:cNvPicPr>
          <p:nvPr/>
        </p:nvPicPr>
        <p:blipFill>
          <a:blip r:embed="rId4"/>
          <a:srcRect t="2998" b="91264"/>
          <a:stretch>
            <a:fillRect/>
          </a:stretch>
        </p:blipFill>
        <p:spPr>
          <a:xfrm>
            <a:off x="4787156" y="5037373"/>
            <a:ext cx="1640089" cy="393550"/>
          </a:xfrm>
          <a:prstGeom prst="rect">
            <a:avLst/>
          </a:prstGeom>
        </p:spPr>
      </p:pic>
      <p:pic>
        <p:nvPicPr>
          <p:cNvPr id="27" name="图片 26">
            <a:extLst>
              <a:ext uri="{FF2B5EF4-FFF2-40B4-BE49-F238E27FC236}">
                <a16:creationId xmlns:a16="http://schemas.microsoft.com/office/drawing/2014/main" id="{886C3BB2-85EA-4909-7817-CCA19C8103BD}"/>
              </a:ext>
            </a:extLst>
          </p:cNvPr>
          <p:cNvPicPr>
            <a:picLocks noChangeAspect="1"/>
          </p:cNvPicPr>
          <p:nvPr/>
        </p:nvPicPr>
        <p:blipFill>
          <a:blip r:embed="rId4"/>
          <a:srcRect t="8537" b="76702"/>
          <a:stretch>
            <a:fillRect/>
          </a:stretch>
        </p:blipFill>
        <p:spPr>
          <a:xfrm>
            <a:off x="4787152" y="2572262"/>
            <a:ext cx="1640089" cy="1012265"/>
          </a:xfrm>
          <a:prstGeom prst="rect">
            <a:avLst/>
          </a:prstGeom>
        </p:spPr>
      </p:pic>
      <p:pic>
        <p:nvPicPr>
          <p:cNvPr id="29" name="图片 28">
            <a:extLst>
              <a:ext uri="{FF2B5EF4-FFF2-40B4-BE49-F238E27FC236}">
                <a16:creationId xmlns:a16="http://schemas.microsoft.com/office/drawing/2014/main" id="{51B6D19D-4195-98B5-F335-27F44CBBE5E3}"/>
              </a:ext>
            </a:extLst>
          </p:cNvPr>
          <p:cNvPicPr>
            <a:picLocks noChangeAspect="1"/>
          </p:cNvPicPr>
          <p:nvPr/>
        </p:nvPicPr>
        <p:blipFill>
          <a:blip r:embed="rId4"/>
          <a:srcRect t="79366" b="5324"/>
          <a:stretch>
            <a:fillRect/>
          </a:stretch>
        </p:blipFill>
        <p:spPr>
          <a:xfrm>
            <a:off x="3104535" y="4388392"/>
            <a:ext cx="1640089" cy="1049945"/>
          </a:xfrm>
          <a:prstGeom prst="rect">
            <a:avLst/>
          </a:prstGeom>
        </p:spPr>
      </p:pic>
      <p:pic>
        <p:nvPicPr>
          <p:cNvPr id="31" name="图片 30">
            <a:extLst>
              <a:ext uri="{FF2B5EF4-FFF2-40B4-BE49-F238E27FC236}">
                <a16:creationId xmlns:a16="http://schemas.microsoft.com/office/drawing/2014/main" id="{5FEC1F7D-E3AE-8199-A408-43F6C1BB9893}"/>
              </a:ext>
            </a:extLst>
          </p:cNvPr>
          <p:cNvPicPr>
            <a:picLocks noChangeAspect="1"/>
          </p:cNvPicPr>
          <p:nvPr/>
        </p:nvPicPr>
        <p:blipFill>
          <a:blip r:embed="rId4"/>
          <a:srcRect t="37627" b="57137"/>
          <a:stretch>
            <a:fillRect/>
          </a:stretch>
        </p:blipFill>
        <p:spPr>
          <a:xfrm>
            <a:off x="4787152" y="4649862"/>
            <a:ext cx="1640089" cy="359073"/>
          </a:xfrm>
          <a:prstGeom prst="rect">
            <a:avLst/>
          </a:prstGeom>
        </p:spPr>
      </p:pic>
    </p:spTree>
    <p:extLst>
      <p:ext uri="{BB962C8B-B14F-4D97-AF65-F5344CB8AC3E}">
        <p14:creationId xmlns:p14="http://schemas.microsoft.com/office/powerpoint/2010/main" val="33409574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61"/>
          <p:cNvSpPr txBox="1">
            <a:spLocks noGrp="1"/>
          </p:cNvSpPr>
          <p:nvPr>
            <p:ph type="title"/>
          </p:nvPr>
        </p:nvSpPr>
        <p:spPr>
          <a:xfrm>
            <a:off x="654800"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latin typeface="Calibri"/>
                <a:ea typeface="Calibri"/>
                <a:cs typeface="Calibri"/>
                <a:sym typeface="Calibri"/>
              </a:rPr>
              <a:t>Task C - WorkFlow</a:t>
            </a:r>
            <a:endParaRPr/>
          </a:p>
        </p:txBody>
      </p:sp>
      <p:sp>
        <p:nvSpPr>
          <p:cNvPr id="630" name="Google Shape;630;p61"/>
          <p:cNvSpPr txBox="1">
            <a:spLocks noGrp="1"/>
          </p:cNvSpPr>
          <p:nvPr>
            <p:ph type="sldNum" idx="12"/>
          </p:nvPr>
        </p:nvSpPr>
        <p:spPr>
          <a:xfrm>
            <a:off x="90678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pic>
        <p:nvPicPr>
          <p:cNvPr id="632" name="Google Shape;632;p61"/>
          <p:cNvPicPr preferRelativeResize="0"/>
          <p:nvPr/>
        </p:nvPicPr>
        <p:blipFill>
          <a:blip r:embed="rId3">
            <a:alphaModFix/>
          </a:blip>
          <a:stretch>
            <a:fillRect/>
          </a:stretch>
        </p:blipFill>
        <p:spPr>
          <a:xfrm>
            <a:off x="715800" y="1095200"/>
            <a:ext cx="4432286" cy="5484098"/>
          </a:xfrm>
          <a:prstGeom prst="rect">
            <a:avLst/>
          </a:prstGeom>
          <a:noFill/>
          <a:ln>
            <a:noFill/>
          </a:ln>
        </p:spPr>
      </p:pic>
      <p:pic>
        <p:nvPicPr>
          <p:cNvPr id="2" name="图片 1">
            <a:extLst>
              <a:ext uri="{FF2B5EF4-FFF2-40B4-BE49-F238E27FC236}">
                <a16:creationId xmlns:a16="http://schemas.microsoft.com/office/drawing/2014/main" id="{90DC3103-CC95-C11E-255A-2017E3ADA1AD}"/>
              </a:ext>
            </a:extLst>
          </p:cNvPr>
          <p:cNvPicPr>
            <a:picLocks noChangeAspect="1"/>
          </p:cNvPicPr>
          <p:nvPr/>
        </p:nvPicPr>
        <p:blipFill>
          <a:blip r:embed="rId4"/>
          <a:stretch>
            <a:fillRect/>
          </a:stretch>
        </p:blipFill>
        <p:spPr>
          <a:xfrm>
            <a:off x="5861786" y="1095200"/>
            <a:ext cx="4651764" cy="550073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62"/>
          <p:cNvSpPr txBox="1">
            <a:spLocks noGrp="1"/>
          </p:cNvSpPr>
          <p:nvPr>
            <p:ph type="sldNum" idx="12"/>
          </p:nvPr>
        </p:nvSpPr>
        <p:spPr>
          <a:xfrm>
            <a:off x="90678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
        <p:nvSpPr>
          <p:cNvPr id="639" name="Google Shape;639;p62"/>
          <p:cNvSpPr txBox="1">
            <a:spLocks noGrp="1"/>
          </p:cNvSpPr>
          <p:nvPr>
            <p:ph type="title"/>
          </p:nvPr>
        </p:nvSpPr>
        <p:spPr>
          <a:xfrm>
            <a:off x="838200" y="217667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latin typeface="Calibri"/>
                <a:ea typeface="Calibri"/>
                <a:cs typeface="Calibri"/>
                <a:sym typeface="Calibri"/>
              </a:rPr>
              <a:t>Task C - Overview of Classes We Use</a:t>
            </a:r>
            <a:endParaRPr/>
          </a:p>
        </p:txBody>
      </p:sp>
      <p:pic>
        <p:nvPicPr>
          <p:cNvPr id="640" name="Google Shape;640;p62"/>
          <p:cNvPicPr preferRelativeResize="0"/>
          <p:nvPr/>
        </p:nvPicPr>
        <p:blipFill>
          <a:blip r:embed="rId3">
            <a:alphaModFix/>
          </a:blip>
          <a:stretch>
            <a:fillRect/>
          </a:stretch>
        </p:blipFill>
        <p:spPr>
          <a:xfrm>
            <a:off x="431625" y="864300"/>
            <a:ext cx="11250749" cy="5586951"/>
          </a:xfrm>
          <a:prstGeom prst="rect">
            <a:avLst/>
          </a:prstGeom>
          <a:noFill/>
          <a:ln>
            <a:noFill/>
          </a:ln>
        </p:spPr>
      </p:pic>
      <p:sp>
        <p:nvSpPr>
          <p:cNvPr id="641" name="Google Shape;641;p62"/>
          <p:cNvSpPr txBox="1"/>
          <p:nvPr/>
        </p:nvSpPr>
        <p:spPr>
          <a:xfrm>
            <a:off x="431625" y="291600"/>
            <a:ext cx="5804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US" sz="2800" b="1">
                <a:solidFill>
                  <a:srgbClr val="002060"/>
                </a:solidFill>
                <a:latin typeface="Calibri"/>
                <a:ea typeface="Calibri"/>
                <a:cs typeface="Calibri"/>
                <a:sym typeface="Calibri"/>
              </a:rPr>
              <a:t>Task C - Overview of Classes We Use</a:t>
            </a:r>
            <a:endParaRPr sz="2800" b="1">
              <a:solidFill>
                <a:srgbClr val="002060"/>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pic>
        <p:nvPicPr>
          <p:cNvPr id="647" name="Google Shape;647;p63"/>
          <p:cNvPicPr preferRelativeResize="0"/>
          <p:nvPr/>
        </p:nvPicPr>
        <p:blipFill rotWithShape="1">
          <a:blip r:embed="rId3">
            <a:alphaModFix amt="7000"/>
          </a:blip>
          <a:srcRect/>
          <a:stretch/>
        </p:blipFill>
        <p:spPr>
          <a:xfrm>
            <a:off x="10577612" y="836850"/>
            <a:ext cx="1598890" cy="6021132"/>
          </a:xfrm>
          <a:prstGeom prst="rect">
            <a:avLst/>
          </a:prstGeom>
          <a:noFill/>
          <a:ln>
            <a:noFill/>
          </a:ln>
        </p:spPr>
      </p:pic>
      <p:pic>
        <p:nvPicPr>
          <p:cNvPr id="648" name="Google Shape;648;p63" descr="Shield-navy(rgb for online).png"/>
          <p:cNvPicPr preferRelativeResize="0"/>
          <p:nvPr/>
        </p:nvPicPr>
        <p:blipFill rotWithShape="1">
          <a:blip r:embed="rId4">
            <a:alphaModFix/>
          </a:blip>
          <a:srcRect/>
          <a:stretch/>
        </p:blipFill>
        <p:spPr>
          <a:xfrm>
            <a:off x="11059252" y="6095745"/>
            <a:ext cx="413401" cy="521209"/>
          </a:xfrm>
          <a:prstGeom prst="rect">
            <a:avLst/>
          </a:prstGeom>
          <a:noFill/>
          <a:ln>
            <a:noFill/>
          </a:ln>
        </p:spPr>
      </p:pic>
      <p:sp>
        <p:nvSpPr>
          <p:cNvPr id="649" name="Google Shape;649;p63"/>
          <p:cNvSpPr txBox="1">
            <a:spLocks noGrp="1"/>
          </p:cNvSpPr>
          <p:nvPr>
            <p:ph type="title"/>
          </p:nvPr>
        </p:nvSpPr>
        <p:spPr>
          <a:xfrm>
            <a:off x="180050" y="55418"/>
            <a:ext cx="10515600" cy="1325700"/>
          </a:xfrm>
          <a:prstGeom prst="rect">
            <a:avLst/>
          </a:prstGeom>
          <a:solidFill>
            <a:srgbClr val="000000">
              <a:alpha val="0"/>
            </a:srgbClr>
          </a:solid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sz="2800" b="1">
                <a:solidFill>
                  <a:srgbClr val="002060"/>
                </a:solidFill>
                <a:latin typeface="Calibri"/>
                <a:ea typeface="Calibri"/>
                <a:cs typeface="Calibri"/>
                <a:sym typeface="Calibri"/>
              </a:rPr>
              <a:t>Task C - OOP Design Principles</a:t>
            </a:r>
            <a:endParaRPr sz="2800" b="1">
              <a:solidFill>
                <a:srgbClr val="002060"/>
              </a:solidFill>
              <a:latin typeface="Calibri"/>
              <a:ea typeface="Calibri"/>
              <a:cs typeface="Calibri"/>
              <a:sym typeface="Calibri"/>
            </a:endParaRPr>
          </a:p>
        </p:txBody>
      </p:sp>
      <p:sp>
        <p:nvSpPr>
          <p:cNvPr id="650" name="Google Shape;650;p63"/>
          <p:cNvSpPr txBox="1">
            <a:spLocks noGrp="1"/>
          </p:cNvSpPr>
          <p:nvPr>
            <p:ph type="sldNum" idx="12"/>
          </p:nvPr>
        </p:nvSpPr>
        <p:spPr>
          <a:xfrm>
            <a:off x="90678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grpSp>
        <p:nvGrpSpPr>
          <p:cNvPr id="651" name="Google Shape;651;p63"/>
          <p:cNvGrpSpPr/>
          <p:nvPr/>
        </p:nvGrpSpPr>
        <p:grpSpPr>
          <a:xfrm>
            <a:off x="838200" y="1524000"/>
            <a:ext cx="4056012" cy="952556"/>
            <a:chOff x="1227897" y="3161715"/>
            <a:chExt cx="4953000" cy="2571000"/>
          </a:xfrm>
        </p:grpSpPr>
        <p:sp>
          <p:nvSpPr>
            <p:cNvPr id="652" name="Google Shape;652;p63"/>
            <p:cNvSpPr/>
            <p:nvPr/>
          </p:nvSpPr>
          <p:spPr>
            <a:xfrm>
              <a:off x="1227897" y="3161715"/>
              <a:ext cx="4953000" cy="2571000"/>
            </a:xfrm>
            <a:prstGeom prst="roundRect">
              <a:avLst>
                <a:gd name="adj" fmla="val 6000"/>
              </a:avLst>
            </a:prstGeom>
            <a:solidFill>
              <a:srgbClr val="F8FAFC"/>
            </a:solidFill>
            <a:ln w="76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3" name="Google Shape;653;p63"/>
            <p:cNvSpPr txBox="1"/>
            <p:nvPr/>
          </p:nvSpPr>
          <p:spPr>
            <a:xfrm>
              <a:off x="1367475" y="3418800"/>
              <a:ext cx="4667100" cy="20568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310" b="1">
                  <a:solidFill>
                    <a:srgbClr val="4874CB"/>
                  </a:solidFill>
                  <a:latin typeface="Calibri"/>
                  <a:ea typeface="Calibri"/>
                  <a:cs typeface="Calibri"/>
                  <a:sym typeface="Calibri"/>
                </a:rPr>
                <a:t>(1). Encapsulation</a:t>
              </a:r>
              <a:endParaRPr sz="1310" b="1">
                <a:solidFill>
                  <a:srgbClr val="4874CB"/>
                </a:solidFill>
                <a:latin typeface="Calibri"/>
                <a:ea typeface="Calibri"/>
                <a:cs typeface="Calibri"/>
                <a:sym typeface="Calibri"/>
              </a:endParaRPr>
            </a:p>
            <a:p>
              <a:pPr marL="0" lvl="0" indent="0" algn="l" rtl="0">
                <a:spcBef>
                  <a:spcPts val="375"/>
                </a:spcBef>
                <a:spcAft>
                  <a:spcPts val="0"/>
                </a:spcAft>
                <a:buNone/>
              </a:pPr>
              <a:r>
                <a:rPr lang="en-US" sz="900" b="0">
                  <a:solidFill>
                    <a:srgbClr val="334155"/>
                  </a:solidFill>
                  <a:latin typeface="Calibri"/>
                  <a:ea typeface="Calibri"/>
                  <a:cs typeface="Calibri"/>
                  <a:sym typeface="Calibri"/>
                </a:rPr>
                <a:t>Pivotal for information hiding and state protection. Applied to protect internal states and hide complex data structures.</a:t>
              </a:r>
              <a:endParaRPr sz="900" b="0">
                <a:solidFill>
                  <a:srgbClr val="334155"/>
                </a:solidFill>
                <a:latin typeface="Calibri"/>
                <a:ea typeface="Calibri"/>
                <a:cs typeface="Calibri"/>
                <a:sym typeface="Calibri"/>
              </a:endParaRPr>
            </a:p>
            <a:p>
              <a:pPr marL="0" lvl="0" indent="0" algn="l" rtl="0">
                <a:spcBef>
                  <a:spcPts val="375"/>
                </a:spcBef>
                <a:spcAft>
                  <a:spcPts val="0"/>
                </a:spcAft>
                <a:buNone/>
              </a:pPr>
              <a:r>
                <a:rPr lang="en-US" sz="850" b="0">
                  <a:solidFill>
                    <a:srgbClr val="64748B"/>
                  </a:solidFill>
                  <a:latin typeface="Calibri"/>
                  <a:ea typeface="Calibri"/>
                  <a:cs typeface="Calibri"/>
                  <a:sym typeface="Calibri"/>
                </a:rPr>
                <a:t>Classes like </a:t>
              </a:r>
              <a:r>
                <a:rPr lang="en-US" sz="850" b="1">
                  <a:solidFill>
                    <a:srgbClr val="64748B"/>
                  </a:solidFill>
                  <a:latin typeface="Calibri"/>
                  <a:ea typeface="Calibri"/>
                  <a:cs typeface="Calibri"/>
                  <a:sym typeface="Calibri"/>
                </a:rPr>
                <a:t>Record</a:t>
              </a:r>
              <a:r>
                <a:rPr lang="en-US" sz="850" b="0">
                  <a:solidFill>
                    <a:srgbClr val="64748B"/>
                  </a:solidFill>
                  <a:latin typeface="Calibri"/>
                  <a:ea typeface="Calibri"/>
                  <a:cs typeface="Calibri"/>
                  <a:sym typeface="Calibri"/>
                </a:rPr>
                <a:t> and </a:t>
              </a:r>
              <a:r>
                <a:rPr lang="en-US" sz="850" b="1">
                  <a:solidFill>
                    <a:srgbClr val="64748B"/>
                  </a:solidFill>
                  <a:latin typeface="Calibri"/>
                  <a:ea typeface="Calibri"/>
                  <a:cs typeface="Calibri"/>
                  <a:sym typeface="Calibri"/>
                </a:rPr>
                <a:t>Edge</a:t>
              </a:r>
              <a:r>
                <a:rPr lang="en-US" sz="850" b="0">
                  <a:solidFill>
                    <a:srgbClr val="64748B"/>
                  </a:solidFill>
                  <a:latin typeface="Calibri"/>
                  <a:ea typeface="Calibri"/>
                  <a:cs typeface="Calibri"/>
                  <a:sym typeface="Calibri"/>
                </a:rPr>
                <a:t> use private fields and public getters.</a:t>
              </a:r>
              <a:endParaRPr sz="850" b="0">
                <a:solidFill>
                  <a:srgbClr val="64748B"/>
                </a:solidFill>
                <a:latin typeface="Calibri"/>
                <a:ea typeface="Calibri"/>
                <a:cs typeface="Calibri"/>
                <a:sym typeface="Calibri"/>
              </a:endParaRPr>
            </a:p>
          </p:txBody>
        </p:sp>
      </p:grpSp>
      <p:grpSp>
        <p:nvGrpSpPr>
          <p:cNvPr id="654" name="Google Shape;654;p63"/>
          <p:cNvGrpSpPr/>
          <p:nvPr/>
        </p:nvGrpSpPr>
        <p:grpSpPr>
          <a:xfrm>
            <a:off x="838200" y="2619375"/>
            <a:ext cx="4056012" cy="952463"/>
            <a:chOff x="6517672" y="2293230"/>
            <a:chExt cx="4953000" cy="1163100"/>
          </a:xfrm>
        </p:grpSpPr>
        <p:sp>
          <p:nvSpPr>
            <p:cNvPr id="655" name="Google Shape;655;p63"/>
            <p:cNvSpPr/>
            <p:nvPr/>
          </p:nvSpPr>
          <p:spPr>
            <a:xfrm>
              <a:off x="6517672" y="2293230"/>
              <a:ext cx="4953000" cy="1163100"/>
            </a:xfrm>
            <a:prstGeom prst="roundRect">
              <a:avLst>
                <a:gd name="adj" fmla="val 6000"/>
              </a:avLst>
            </a:prstGeom>
            <a:solidFill>
              <a:srgbClr val="F8FAFC"/>
            </a:solidFill>
            <a:ln w="76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6" name="Google Shape;656;p63"/>
            <p:cNvSpPr txBox="1"/>
            <p:nvPr/>
          </p:nvSpPr>
          <p:spPr>
            <a:xfrm>
              <a:off x="6657250" y="2409545"/>
              <a:ext cx="4667100" cy="9306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314" b="1" dirty="0">
                  <a:solidFill>
                    <a:srgbClr val="4874CB"/>
                  </a:solidFill>
                  <a:latin typeface="Calibri"/>
                  <a:ea typeface="Calibri"/>
                  <a:cs typeface="Calibri"/>
                  <a:sym typeface="Calibri"/>
                </a:rPr>
                <a:t>(2). Inheritance</a:t>
              </a:r>
              <a:endParaRPr sz="1314" b="1" dirty="0">
                <a:solidFill>
                  <a:srgbClr val="4874CB"/>
                </a:solidFill>
                <a:latin typeface="Calibri"/>
                <a:ea typeface="Calibri"/>
                <a:cs typeface="Calibri"/>
                <a:sym typeface="Calibri"/>
              </a:endParaRPr>
            </a:p>
            <a:p>
              <a:pPr marL="0" lvl="0" indent="0" algn="l" rtl="0">
                <a:spcBef>
                  <a:spcPts val="375"/>
                </a:spcBef>
                <a:spcAft>
                  <a:spcPts val="0"/>
                </a:spcAft>
                <a:buNone/>
              </a:pPr>
              <a:r>
                <a:rPr lang="en-US" sz="900" b="0" dirty="0">
                  <a:solidFill>
                    <a:srgbClr val="334155"/>
                  </a:solidFill>
                  <a:latin typeface="Calibri"/>
                  <a:ea typeface="Calibri"/>
                  <a:cs typeface="Calibri"/>
                  <a:sym typeface="Calibri"/>
                </a:rPr>
                <a:t>Allow a class to reuse or follow the structure and </a:t>
              </a:r>
              <a:r>
                <a:rPr lang="en-US" sz="900" b="0" dirty="0" err="1">
                  <a:solidFill>
                    <a:srgbClr val="334155"/>
                  </a:solidFill>
                  <a:latin typeface="Calibri"/>
                  <a:ea typeface="Calibri"/>
                  <a:cs typeface="Calibri"/>
                  <a:sym typeface="Calibri"/>
                </a:rPr>
                <a:t>behaviour</a:t>
              </a:r>
              <a:r>
                <a:rPr lang="en-US" sz="900" b="0" dirty="0">
                  <a:solidFill>
                    <a:srgbClr val="334155"/>
                  </a:solidFill>
                  <a:latin typeface="Calibri"/>
                  <a:ea typeface="Calibri"/>
                  <a:cs typeface="Calibri"/>
                  <a:sym typeface="Calibri"/>
                </a:rPr>
                <a:t> defined by another class or interface.</a:t>
              </a:r>
              <a:endParaRPr sz="900" b="0" dirty="0">
                <a:solidFill>
                  <a:srgbClr val="334155"/>
                </a:solidFill>
                <a:latin typeface="Calibri"/>
                <a:ea typeface="Calibri"/>
                <a:cs typeface="Calibri"/>
                <a:sym typeface="Calibri"/>
              </a:endParaRPr>
            </a:p>
            <a:p>
              <a:pPr marL="0" lvl="0" indent="0" algn="l" rtl="0">
                <a:spcBef>
                  <a:spcPts val="375"/>
                </a:spcBef>
                <a:spcAft>
                  <a:spcPts val="0"/>
                </a:spcAft>
                <a:buNone/>
              </a:pPr>
              <a:r>
                <a:rPr lang="en-US" sz="850" b="0" dirty="0">
                  <a:solidFill>
                    <a:srgbClr val="64748B"/>
                  </a:solidFill>
                  <a:latin typeface="Calibri"/>
                  <a:ea typeface="Calibri"/>
                  <a:cs typeface="Calibri"/>
                  <a:sym typeface="Calibri"/>
                </a:rPr>
                <a:t>Sorting classes implement the </a:t>
              </a:r>
              <a:r>
                <a:rPr lang="en-US" sz="850" b="1" dirty="0">
                  <a:solidFill>
                    <a:srgbClr val="64748B"/>
                  </a:solidFill>
                  <a:latin typeface="Calibri"/>
                  <a:ea typeface="Calibri"/>
                  <a:cs typeface="Calibri"/>
                  <a:sym typeface="Calibri"/>
                </a:rPr>
                <a:t>Sorter</a:t>
              </a:r>
              <a:r>
                <a:rPr lang="en-US" sz="850" b="0" dirty="0">
                  <a:solidFill>
                    <a:srgbClr val="64748B"/>
                  </a:solidFill>
                  <a:latin typeface="Calibri"/>
                  <a:ea typeface="Calibri"/>
                  <a:cs typeface="Calibri"/>
                  <a:sym typeface="Calibri"/>
                </a:rPr>
                <a:t> interface, providing specific sorting logic while sharing a common structure.</a:t>
              </a:r>
              <a:endParaRPr sz="850" b="0" dirty="0">
                <a:solidFill>
                  <a:srgbClr val="64748B"/>
                </a:solidFill>
                <a:latin typeface="Calibri"/>
                <a:ea typeface="Calibri"/>
                <a:cs typeface="Calibri"/>
                <a:sym typeface="Calibri"/>
              </a:endParaRPr>
            </a:p>
          </p:txBody>
        </p:sp>
      </p:grpSp>
      <p:grpSp>
        <p:nvGrpSpPr>
          <p:cNvPr id="657" name="Google Shape;657;p63"/>
          <p:cNvGrpSpPr/>
          <p:nvPr/>
        </p:nvGrpSpPr>
        <p:grpSpPr>
          <a:xfrm>
            <a:off x="838200" y="3714750"/>
            <a:ext cx="4056012" cy="952556"/>
            <a:chOff x="1318323" y="5134523"/>
            <a:chExt cx="4953000" cy="2571000"/>
          </a:xfrm>
        </p:grpSpPr>
        <p:sp>
          <p:nvSpPr>
            <p:cNvPr id="658" name="Google Shape;658;p63"/>
            <p:cNvSpPr/>
            <p:nvPr/>
          </p:nvSpPr>
          <p:spPr>
            <a:xfrm>
              <a:off x="1318323" y="5134523"/>
              <a:ext cx="4953000" cy="2571000"/>
            </a:xfrm>
            <a:prstGeom prst="roundRect">
              <a:avLst>
                <a:gd name="adj" fmla="val 6000"/>
              </a:avLst>
            </a:prstGeom>
            <a:solidFill>
              <a:srgbClr val="F8FAFC"/>
            </a:solidFill>
            <a:ln w="76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9" name="Google Shape;659;p63"/>
            <p:cNvSpPr txBox="1"/>
            <p:nvPr/>
          </p:nvSpPr>
          <p:spPr>
            <a:xfrm>
              <a:off x="1457901" y="5391609"/>
              <a:ext cx="4667100" cy="20568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310" b="1">
                  <a:solidFill>
                    <a:srgbClr val="4874CB"/>
                  </a:solidFill>
                  <a:latin typeface="Calibri"/>
                  <a:ea typeface="Calibri"/>
                  <a:cs typeface="Calibri"/>
                  <a:sym typeface="Calibri"/>
                </a:rPr>
                <a:t>(3). Polymorphism</a:t>
              </a:r>
              <a:endParaRPr sz="1310" b="1">
                <a:solidFill>
                  <a:srgbClr val="4874CB"/>
                </a:solidFill>
                <a:latin typeface="Calibri"/>
                <a:ea typeface="Calibri"/>
                <a:cs typeface="Calibri"/>
                <a:sym typeface="Calibri"/>
              </a:endParaRPr>
            </a:p>
            <a:p>
              <a:pPr marL="0" lvl="0" indent="0" algn="l" rtl="0">
                <a:spcBef>
                  <a:spcPts val="375"/>
                </a:spcBef>
                <a:spcAft>
                  <a:spcPts val="0"/>
                </a:spcAft>
                <a:buNone/>
              </a:pPr>
              <a:r>
                <a:rPr lang="en-US" sz="900" b="0">
                  <a:solidFill>
                    <a:srgbClr val="334155"/>
                  </a:solidFill>
                  <a:latin typeface="Calibri"/>
                  <a:ea typeface="Calibri"/>
                  <a:cs typeface="Calibri"/>
                  <a:sym typeface="Calibri"/>
                </a:rPr>
                <a:t>Trea</a:t>
              </a:r>
              <a:r>
                <a:rPr lang="en-US" sz="900">
                  <a:solidFill>
                    <a:srgbClr val="334155"/>
                  </a:solidFill>
                  <a:latin typeface="Calibri"/>
                  <a:ea typeface="Calibri"/>
                  <a:cs typeface="Calibri"/>
                  <a:sym typeface="Calibri"/>
                </a:rPr>
                <a:t>t</a:t>
              </a:r>
              <a:r>
                <a:rPr lang="en-US" sz="900" b="0">
                  <a:solidFill>
                    <a:srgbClr val="334155"/>
                  </a:solidFill>
                  <a:latin typeface="Calibri"/>
                  <a:ea typeface="Calibri"/>
                  <a:cs typeface="Calibri"/>
                  <a:sym typeface="Calibri"/>
                </a:rPr>
                <a:t> different classes through the same interface, executing specific methods at runtime.</a:t>
              </a:r>
              <a:endParaRPr sz="900" b="0">
                <a:solidFill>
                  <a:srgbClr val="334155"/>
                </a:solidFill>
                <a:latin typeface="Calibri"/>
                <a:ea typeface="Calibri"/>
                <a:cs typeface="Calibri"/>
                <a:sym typeface="Calibri"/>
              </a:endParaRPr>
            </a:p>
            <a:p>
              <a:pPr marL="0" lvl="0" indent="0" algn="l" rtl="0">
                <a:spcBef>
                  <a:spcPts val="375"/>
                </a:spcBef>
                <a:spcAft>
                  <a:spcPts val="0"/>
                </a:spcAft>
                <a:buNone/>
              </a:pPr>
              <a:r>
                <a:rPr lang="en-US" sz="850" b="0">
                  <a:solidFill>
                    <a:srgbClr val="64748B"/>
                  </a:solidFill>
                  <a:latin typeface="Calibri"/>
                  <a:ea typeface="Calibri"/>
                  <a:cs typeface="Calibri"/>
                  <a:sym typeface="Calibri"/>
                </a:rPr>
                <a:t>Algorithms like Bubble Sort and Quick Sort are called via the same sort() method.</a:t>
              </a:r>
              <a:endParaRPr sz="850" b="0">
                <a:solidFill>
                  <a:srgbClr val="64748B"/>
                </a:solidFill>
                <a:latin typeface="Calibri"/>
                <a:ea typeface="Calibri"/>
                <a:cs typeface="Calibri"/>
                <a:sym typeface="Calibri"/>
              </a:endParaRPr>
            </a:p>
          </p:txBody>
        </p:sp>
      </p:grpSp>
      <p:grpSp>
        <p:nvGrpSpPr>
          <p:cNvPr id="660" name="Google Shape;660;p63"/>
          <p:cNvGrpSpPr/>
          <p:nvPr/>
        </p:nvGrpSpPr>
        <p:grpSpPr>
          <a:xfrm>
            <a:off x="838200" y="4810125"/>
            <a:ext cx="4056012" cy="952556"/>
            <a:chOff x="6517585" y="3821614"/>
            <a:chExt cx="4953000" cy="2571000"/>
          </a:xfrm>
        </p:grpSpPr>
        <p:sp>
          <p:nvSpPr>
            <p:cNvPr id="661" name="Google Shape;661;p63"/>
            <p:cNvSpPr/>
            <p:nvPr/>
          </p:nvSpPr>
          <p:spPr>
            <a:xfrm>
              <a:off x="6517585" y="3821614"/>
              <a:ext cx="4953000" cy="2571000"/>
            </a:xfrm>
            <a:prstGeom prst="roundRect">
              <a:avLst>
                <a:gd name="adj" fmla="val 6000"/>
              </a:avLst>
            </a:prstGeom>
            <a:solidFill>
              <a:srgbClr val="F8FAFC"/>
            </a:solidFill>
            <a:ln w="76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62" name="Google Shape;662;p63"/>
            <p:cNvSpPr txBox="1"/>
            <p:nvPr/>
          </p:nvSpPr>
          <p:spPr>
            <a:xfrm>
              <a:off x="6657162" y="4078699"/>
              <a:ext cx="4667100" cy="2056800"/>
            </a:xfrm>
            <a:prstGeom prst="rect">
              <a:avLst/>
            </a:prstGeom>
            <a:solidFill>
              <a:srgbClr val="000000">
                <a:alpha val="0"/>
              </a:srgbClr>
            </a:solidFill>
            <a:ln>
              <a:noFill/>
            </a:ln>
          </p:spPr>
          <p:txBody>
            <a:bodyPr spcFirstLastPara="1" wrap="square" lIns="0" tIns="0" rIns="0" bIns="0" anchor="t" anchorCtr="0">
              <a:noAutofit/>
            </a:bodyPr>
            <a:lstStyle/>
            <a:p>
              <a:pPr marL="0" lvl="0" indent="0" algn="l" rtl="0">
                <a:spcBef>
                  <a:spcPts val="0"/>
                </a:spcBef>
                <a:spcAft>
                  <a:spcPts val="0"/>
                </a:spcAft>
                <a:buNone/>
              </a:pPr>
              <a:r>
                <a:rPr lang="en-US" sz="1310" b="1">
                  <a:solidFill>
                    <a:srgbClr val="4874CB"/>
                  </a:solidFill>
                  <a:latin typeface="Calibri"/>
                  <a:ea typeface="Calibri"/>
                  <a:cs typeface="Calibri"/>
                  <a:sym typeface="Calibri"/>
                </a:rPr>
                <a:t>(4). Abstraction</a:t>
              </a:r>
              <a:endParaRPr sz="1310" b="1">
                <a:solidFill>
                  <a:srgbClr val="4874CB"/>
                </a:solidFill>
                <a:latin typeface="Calibri"/>
                <a:ea typeface="Calibri"/>
                <a:cs typeface="Calibri"/>
                <a:sym typeface="Calibri"/>
              </a:endParaRPr>
            </a:p>
            <a:p>
              <a:pPr marL="0" lvl="0" indent="0" algn="l" rtl="0">
                <a:spcBef>
                  <a:spcPts val="375"/>
                </a:spcBef>
                <a:spcAft>
                  <a:spcPts val="0"/>
                </a:spcAft>
                <a:buNone/>
              </a:pPr>
              <a:r>
                <a:rPr lang="en-US" sz="900" b="0">
                  <a:solidFill>
                    <a:srgbClr val="334155"/>
                  </a:solidFill>
                  <a:latin typeface="Calibri"/>
                  <a:ea typeface="Calibri"/>
                  <a:cs typeface="Calibri"/>
                  <a:sym typeface="Calibri"/>
                </a:rPr>
                <a:t>Hide unnecessary implementation details, exposing only essential functions.</a:t>
              </a:r>
              <a:endParaRPr sz="900" b="0">
                <a:solidFill>
                  <a:srgbClr val="334155"/>
                </a:solidFill>
                <a:latin typeface="Calibri"/>
                <a:ea typeface="Calibri"/>
                <a:cs typeface="Calibri"/>
                <a:sym typeface="Calibri"/>
              </a:endParaRPr>
            </a:p>
            <a:p>
              <a:pPr marL="0" lvl="0" indent="0" algn="l" rtl="0">
                <a:spcBef>
                  <a:spcPts val="375"/>
                </a:spcBef>
                <a:spcAft>
                  <a:spcPts val="0"/>
                </a:spcAft>
                <a:buNone/>
              </a:pPr>
              <a:r>
                <a:rPr lang="en-US" sz="850" b="0">
                  <a:solidFill>
                    <a:srgbClr val="64748B"/>
                  </a:solidFill>
                  <a:latin typeface="Calibri"/>
                  <a:ea typeface="Calibri"/>
                  <a:cs typeface="Calibri"/>
                  <a:sym typeface="Calibri"/>
                </a:rPr>
                <a:t>Interfaces like </a:t>
              </a:r>
              <a:r>
                <a:rPr lang="en-US" sz="850" b="1">
                  <a:solidFill>
                    <a:srgbClr val="64748B"/>
                  </a:solidFill>
                  <a:latin typeface="Calibri"/>
                  <a:ea typeface="Calibri"/>
                  <a:cs typeface="Calibri"/>
                  <a:sym typeface="Calibri"/>
                </a:rPr>
                <a:t>Graph</a:t>
              </a:r>
              <a:r>
                <a:rPr lang="en-US" sz="850" b="0">
                  <a:solidFill>
                    <a:srgbClr val="64748B"/>
                  </a:solidFill>
                  <a:latin typeface="Calibri"/>
                  <a:ea typeface="Calibri"/>
                  <a:cs typeface="Calibri"/>
                  <a:sym typeface="Calibri"/>
                </a:rPr>
                <a:t> define operations without exposing internal representations like WeightedGraph.</a:t>
              </a:r>
              <a:endParaRPr sz="850" b="0">
                <a:solidFill>
                  <a:srgbClr val="64748B"/>
                </a:solidFill>
                <a:latin typeface="Calibri"/>
                <a:ea typeface="Calibri"/>
                <a:cs typeface="Calibri"/>
                <a:sym typeface="Calibri"/>
              </a:endParaRPr>
            </a:p>
          </p:txBody>
        </p:sp>
      </p:grpSp>
      <p:pic>
        <p:nvPicPr>
          <p:cNvPr id="663" name="Google Shape;663;p63"/>
          <p:cNvPicPr preferRelativeResize="0"/>
          <p:nvPr/>
        </p:nvPicPr>
        <p:blipFill>
          <a:blip r:embed="rId5">
            <a:alphaModFix/>
          </a:blip>
          <a:stretch>
            <a:fillRect/>
          </a:stretch>
        </p:blipFill>
        <p:spPr>
          <a:xfrm>
            <a:off x="5798338" y="1524003"/>
            <a:ext cx="2045675" cy="1716125"/>
          </a:xfrm>
          <a:prstGeom prst="rect">
            <a:avLst/>
          </a:prstGeom>
          <a:noFill/>
          <a:ln>
            <a:noFill/>
          </a:ln>
        </p:spPr>
      </p:pic>
      <p:pic>
        <p:nvPicPr>
          <p:cNvPr id="664" name="Google Shape;664;p63"/>
          <p:cNvPicPr preferRelativeResize="0"/>
          <p:nvPr/>
        </p:nvPicPr>
        <p:blipFill>
          <a:blip r:embed="rId6">
            <a:alphaModFix/>
          </a:blip>
          <a:stretch>
            <a:fillRect/>
          </a:stretch>
        </p:blipFill>
        <p:spPr>
          <a:xfrm>
            <a:off x="8027713" y="1524000"/>
            <a:ext cx="1737904" cy="1716125"/>
          </a:xfrm>
          <a:prstGeom prst="rect">
            <a:avLst/>
          </a:prstGeom>
          <a:noFill/>
          <a:ln>
            <a:noFill/>
          </a:ln>
        </p:spPr>
      </p:pic>
      <p:sp>
        <p:nvSpPr>
          <p:cNvPr id="665" name="Google Shape;665;p63"/>
          <p:cNvSpPr txBox="1"/>
          <p:nvPr/>
        </p:nvSpPr>
        <p:spPr>
          <a:xfrm>
            <a:off x="7141025" y="3313200"/>
            <a:ext cx="1882200" cy="36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375"/>
              </a:spcAft>
              <a:buClr>
                <a:schemeClr val="dk1"/>
              </a:buClr>
              <a:buSzPts val="1100"/>
              <a:buFont typeface="Arial"/>
              <a:buNone/>
            </a:pPr>
            <a:r>
              <a:rPr lang="en-US" sz="1010" b="1">
                <a:solidFill>
                  <a:srgbClr val="4874CB"/>
                </a:solidFill>
                <a:latin typeface="Calibri"/>
                <a:ea typeface="Calibri"/>
                <a:cs typeface="Calibri"/>
                <a:sym typeface="Calibri"/>
              </a:rPr>
              <a:t>Encapsulation Examples</a:t>
            </a:r>
            <a:endParaRPr sz="610">
              <a:solidFill>
                <a:schemeClr val="dk1"/>
              </a:solidFill>
              <a:latin typeface="Calibri"/>
              <a:ea typeface="Calibri"/>
              <a:cs typeface="Calibri"/>
              <a:sym typeface="Calibri"/>
            </a:endParaRPr>
          </a:p>
        </p:txBody>
      </p:sp>
      <p:pic>
        <p:nvPicPr>
          <p:cNvPr id="666" name="Google Shape;666;p63"/>
          <p:cNvPicPr preferRelativeResize="0"/>
          <p:nvPr/>
        </p:nvPicPr>
        <p:blipFill>
          <a:blip r:embed="rId7">
            <a:alphaModFix/>
          </a:blip>
          <a:stretch>
            <a:fillRect/>
          </a:stretch>
        </p:blipFill>
        <p:spPr>
          <a:xfrm>
            <a:off x="5752263" y="4096398"/>
            <a:ext cx="3965524" cy="1523450"/>
          </a:xfrm>
          <a:prstGeom prst="rect">
            <a:avLst/>
          </a:prstGeom>
          <a:noFill/>
          <a:ln>
            <a:noFill/>
          </a:ln>
        </p:spPr>
      </p:pic>
      <p:sp>
        <p:nvSpPr>
          <p:cNvPr id="667" name="Google Shape;667;p63"/>
          <p:cNvSpPr txBox="1"/>
          <p:nvPr/>
        </p:nvSpPr>
        <p:spPr>
          <a:xfrm>
            <a:off x="7094075" y="5669375"/>
            <a:ext cx="3000000" cy="34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375"/>
              </a:spcAft>
              <a:buNone/>
            </a:pPr>
            <a:r>
              <a:rPr lang="en-US" sz="1010" b="1">
                <a:solidFill>
                  <a:srgbClr val="4874CB"/>
                </a:solidFill>
                <a:latin typeface="Calibri"/>
                <a:ea typeface="Calibri"/>
                <a:cs typeface="Calibri"/>
                <a:sym typeface="Calibri"/>
              </a:rPr>
              <a:t>Inheritance Examples</a:t>
            </a:r>
            <a:endParaRPr sz="61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64"/>
          <p:cNvSpPr txBox="1">
            <a:spLocks noGrp="1"/>
          </p:cNvSpPr>
          <p:nvPr>
            <p:ph type="body" idx="1"/>
          </p:nvPr>
        </p:nvSpPr>
        <p:spPr>
          <a:xfrm>
            <a:off x="3095975" y="2989775"/>
            <a:ext cx="10515600" cy="43512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sz="3900" b="1">
                <a:solidFill>
                  <a:srgbClr val="002060"/>
                </a:solidFill>
                <a:latin typeface="Calibri"/>
                <a:ea typeface="Calibri"/>
                <a:cs typeface="Calibri"/>
                <a:sym typeface="Calibri"/>
              </a:rPr>
              <a:t>Task D –  Project Reflection</a:t>
            </a:r>
            <a:endParaRPr sz="3900"/>
          </a:p>
        </p:txBody>
      </p:sp>
      <p:sp>
        <p:nvSpPr>
          <p:cNvPr id="674" name="Google Shape;674;p64"/>
          <p:cNvSpPr txBox="1">
            <a:spLocks noGrp="1"/>
          </p:cNvSpPr>
          <p:nvPr>
            <p:ph type="sldNum" idx="12"/>
          </p:nvPr>
        </p:nvSpPr>
        <p:spPr>
          <a:xfrm>
            <a:off x="90678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mc:AlternateContent xmlns:mc="http://schemas.openxmlformats.org/markup-compatibility/2006" xmlns:p14="http://schemas.microsoft.com/office/powerpoint/2010/main">
    <mc:Choice Requires="p14">
      <p:transition spd="slow" p14:dur="2000" advTm="4300"/>
    </mc:Choice>
    <mc:Fallback xmlns="">
      <p:transition spd="slow" advTm="43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65"/>
          <p:cNvSpPr txBox="1">
            <a:spLocks noGrp="1"/>
          </p:cNvSpPr>
          <p:nvPr>
            <p:ph type="sldNum" idx="12"/>
          </p:nvPr>
        </p:nvSpPr>
        <p:spPr>
          <a:xfrm>
            <a:off x="90678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
        <p:nvSpPr>
          <p:cNvPr id="681" name="Google Shape;681;p65"/>
          <p:cNvSpPr txBox="1">
            <a:spLocks noGrp="1"/>
          </p:cNvSpPr>
          <p:nvPr>
            <p:ph type="title"/>
          </p:nvPr>
        </p:nvSpPr>
        <p:spPr>
          <a:xfrm>
            <a:off x="464375" y="379438"/>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Task D - AI-assisted planning and collaboration</a:t>
            </a:r>
            <a:endParaRPr/>
          </a:p>
        </p:txBody>
      </p:sp>
      <p:pic>
        <p:nvPicPr>
          <p:cNvPr id="682" name="Google Shape;682;p65"/>
          <p:cNvPicPr preferRelativeResize="0"/>
          <p:nvPr/>
        </p:nvPicPr>
        <p:blipFill>
          <a:blip r:embed="rId3">
            <a:alphaModFix/>
          </a:blip>
          <a:stretch>
            <a:fillRect/>
          </a:stretch>
        </p:blipFill>
        <p:spPr>
          <a:xfrm>
            <a:off x="376175" y="2040275"/>
            <a:ext cx="4987601" cy="3749826"/>
          </a:xfrm>
          <a:prstGeom prst="rect">
            <a:avLst/>
          </a:prstGeom>
          <a:noFill/>
          <a:ln>
            <a:noFill/>
          </a:ln>
        </p:spPr>
      </p:pic>
      <p:sp>
        <p:nvSpPr>
          <p:cNvPr id="683" name="Google Shape;683;p65"/>
          <p:cNvSpPr txBox="1"/>
          <p:nvPr/>
        </p:nvSpPr>
        <p:spPr>
          <a:xfrm>
            <a:off x="1329400" y="5878759"/>
            <a:ext cx="2923200" cy="47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300" b="1">
                <a:solidFill>
                  <a:srgbClr val="002060"/>
                </a:solidFill>
                <a:latin typeface="Calibri"/>
                <a:ea typeface="Calibri"/>
                <a:cs typeface="Calibri"/>
                <a:sym typeface="Calibri"/>
              </a:rPr>
              <a:t>AI-assisted planning and collaboration </a:t>
            </a:r>
            <a:endParaRPr sz="1300" b="1">
              <a:solidFill>
                <a:srgbClr val="002060"/>
              </a:solidFill>
              <a:latin typeface="Calibri"/>
              <a:ea typeface="Calibri"/>
              <a:cs typeface="Calibri"/>
              <a:sym typeface="Calibri"/>
            </a:endParaRPr>
          </a:p>
        </p:txBody>
      </p:sp>
      <p:pic>
        <p:nvPicPr>
          <p:cNvPr id="684" name="Google Shape;684;p65"/>
          <p:cNvPicPr preferRelativeResize="0"/>
          <p:nvPr/>
        </p:nvPicPr>
        <p:blipFill>
          <a:blip r:embed="rId4">
            <a:alphaModFix/>
          </a:blip>
          <a:stretch>
            <a:fillRect/>
          </a:stretch>
        </p:blipFill>
        <p:spPr>
          <a:xfrm>
            <a:off x="5642351" y="3886013"/>
            <a:ext cx="3733800" cy="2257425"/>
          </a:xfrm>
          <a:prstGeom prst="rect">
            <a:avLst/>
          </a:prstGeom>
          <a:noFill/>
          <a:ln>
            <a:noFill/>
          </a:ln>
        </p:spPr>
      </p:pic>
      <p:pic>
        <p:nvPicPr>
          <p:cNvPr id="685" name="Google Shape;685;p65"/>
          <p:cNvPicPr preferRelativeResize="0"/>
          <p:nvPr/>
        </p:nvPicPr>
        <p:blipFill>
          <a:blip r:embed="rId5">
            <a:alphaModFix/>
          </a:blip>
          <a:stretch>
            <a:fillRect/>
          </a:stretch>
        </p:blipFill>
        <p:spPr>
          <a:xfrm>
            <a:off x="5469688" y="2040263"/>
            <a:ext cx="6257925" cy="1257300"/>
          </a:xfrm>
          <a:prstGeom prst="rect">
            <a:avLst/>
          </a:prstGeom>
          <a:noFill/>
          <a:ln>
            <a:noFill/>
          </a:ln>
        </p:spPr>
      </p:pic>
      <p:pic>
        <p:nvPicPr>
          <p:cNvPr id="686" name="Google Shape;686;p65" descr="Shield-navy(rgb for online).png"/>
          <p:cNvPicPr preferRelativeResize="0"/>
          <p:nvPr/>
        </p:nvPicPr>
        <p:blipFill rotWithShape="1">
          <a:blip r:embed="rId6">
            <a:alphaModFix/>
          </a:blip>
          <a:srcRect/>
          <a:stretch/>
        </p:blipFill>
        <p:spPr>
          <a:xfrm>
            <a:off x="11059252" y="6095745"/>
            <a:ext cx="413401" cy="52120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advTm="24243"/>
    </mc:Choice>
    <mc:Fallback xmlns="">
      <p:transition spd="slow" advTm="24243"/>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66"/>
          <p:cNvSpPr txBox="1">
            <a:spLocks noGrp="1"/>
          </p:cNvSpPr>
          <p:nvPr>
            <p:ph type="title"/>
          </p:nvPr>
        </p:nvSpPr>
        <p:spPr>
          <a:xfrm>
            <a:off x="158750" y="2240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Task D - Equality, Diversity, and Inclusion</a:t>
            </a:r>
            <a:endParaRPr dirty="0"/>
          </a:p>
        </p:txBody>
      </p:sp>
      <p:sp>
        <p:nvSpPr>
          <p:cNvPr id="693" name="Google Shape;693;p66"/>
          <p:cNvSpPr txBox="1">
            <a:spLocks noGrp="1"/>
          </p:cNvSpPr>
          <p:nvPr>
            <p:ph type="sldNum" idx="12"/>
          </p:nvPr>
        </p:nvSpPr>
        <p:spPr>
          <a:xfrm>
            <a:off x="90678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
        <p:nvSpPr>
          <p:cNvPr id="694" name="Google Shape;694;p66"/>
          <p:cNvSpPr txBox="1"/>
          <p:nvPr/>
        </p:nvSpPr>
        <p:spPr>
          <a:xfrm>
            <a:off x="158749" y="2072334"/>
            <a:ext cx="5937251" cy="1477297"/>
          </a:xfrm>
          <a:prstGeom prst="rect">
            <a:avLst/>
          </a:prstGeom>
          <a:noFill/>
          <a:ln>
            <a:noFill/>
          </a:ln>
        </p:spPr>
        <p:txBody>
          <a:bodyPr spcFirstLastPara="1" wrap="square" lIns="91425" tIns="91425" rIns="91425" bIns="91425" anchor="t" anchorCtr="0">
            <a:spAutoFit/>
          </a:bodyPr>
          <a:lstStyle/>
          <a:p>
            <a:pPr marL="285750" indent="-285750">
              <a:buFont typeface="Wingdings" pitchFamily="2" charset="2"/>
              <a:buChar char="l"/>
            </a:pPr>
            <a:r>
              <a:rPr lang="en" altLang="zh-CN" b="1" dirty="0"/>
              <a:t>Equality:</a:t>
            </a:r>
            <a:r>
              <a:rPr lang="en" altLang="zh-CN" dirty="0"/>
              <a:t> Fair opportunity for all members to contribute, regardless of gender.</a:t>
            </a:r>
            <a:endParaRPr lang="en" altLang="zh-CN" sz="2400" dirty="0"/>
          </a:p>
          <a:p>
            <a:pPr marL="285750" indent="-285750">
              <a:buFont typeface="Wingdings" pitchFamily="2" charset="2"/>
              <a:buChar char="l"/>
            </a:pPr>
            <a:r>
              <a:rPr lang="en" altLang="zh-CN" b="1" dirty="0"/>
              <a:t>Diversity:</a:t>
            </a:r>
            <a:r>
              <a:rPr lang="en" altLang="zh-CN" dirty="0"/>
              <a:t> Varied backgrounds and expertise (e.g., writing vs. programming).</a:t>
            </a:r>
            <a:endParaRPr lang="en" altLang="zh-CN" sz="2400" dirty="0"/>
          </a:p>
          <a:p>
            <a:pPr marL="285750" indent="-285750">
              <a:buFont typeface="Wingdings" pitchFamily="2" charset="2"/>
              <a:buChar char="l"/>
            </a:pPr>
            <a:r>
              <a:rPr lang="en" altLang="zh-CN" b="1" dirty="0"/>
              <a:t>Inclusion:</a:t>
            </a:r>
            <a:r>
              <a:rPr lang="en" altLang="zh-CN" dirty="0"/>
              <a:t> Empowered and safe environment to share insights and suggestions.</a:t>
            </a:r>
          </a:p>
        </p:txBody>
      </p:sp>
      <p:pic>
        <p:nvPicPr>
          <p:cNvPr id="695" name="Google Shape;695;p66"/>
          <p:cNvPicPr preferRelativeResize="0"/>
          <p:nvPr/>
        </p:nvPicPr>
        <p:blipFill>
          <a:blip r:embed="rId3">
            <a:alphaModFix/>
          </a:blip>
          <a:stretch>
            <a:fillRect/>
          </a:stretch>
        </p:blipFill>
        <p:spPr>
          <a:xfrm>
            <a:off x="1991425" y="3944100"/>
            <a:ext cx="6850250" cy="2594800"/>
          </a:xfrm>
          <a:prstGeom prst="rect">
            <a:avLst/>
          </a:prstGeom>
          <a:noFill/>
          <a:ln>
            <a:noFill/>
          </a:ln>
        </p:spPr>
      </p:pic>
      <p:sp>
        <p:nvSpPr>
          <p:cNvPr id="696" name="Google Shape;696;p66"/>
          <p:cNvSpPr txBox="1"/>
          <p:nvPr/>
        </p:nvSpPr>
        <p:spPr>
          <a:xfrm>
            <a:off x="158750" y="1411125"/>
            <a:ext cx="7337700" cy="554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2400" b="1" i="1" u="sng" dirty="0">
                <a:solidFill>
                  <a:schemeClr val="dk1"/>
                </a:solidFill>
              </a:rPr>
              <a:t>Equality, Diversity and Inclusion (EDI)</a:t>
            </a:r>
            <a:endParaRPr sz="2400" b="1" i="1" u="sng" dirty="0">
              <a:solidFill>
                <a:schemeClr val="dk1"/>
              </a:solidFill>
            </a:endParaRPr>
          </a:p>
        </p:txBody>
      </p:sp>
      <p:pic>
        <p:nvPicPr>
          <p:cNvPr id="697" name="Google Shape;697;p66" descr="Shield-navy(rgb for online).png"/>
          <p:cNvPicPr preferRelativeResize="0"/>
          <p:nvPr/>
        </p:nvPicPr>
        <p:blipFill rotWithShape="1">
          <a:blip r:embed="rId4">
            <a:alphaModFix/>
          </a:blip>
          <a:srcRect/>
          <a:stretch/>
        </p:blipFill>
        <p:spPr>
          <a:xfrm>
            <a:off x="11059252" y="6095745"/>
            <a:ext cx="413401" cy="521209"/>
          </a:xfrm>
          <a:prstGeom prst="rect">
            <a:avLst/>
          </a:prstGeom>
          <a:noFill/>
          <a:ln>
            <a:noFill/>
          </a:ln>
        </p:spPr>
      </p:pic>
      <p:sp>
        <p:nvSpPr>
          <p:cNvPr id="2" name="文本框 1">
            <a:extLst>
              <a:ext uri="{FF2B5EF4-FFF2-40B4-BE49-F238E27FC236}">
                <a16:creationId xmlns:a16="http://schemas.microsoft.com/office/drawing/2014/main" id="{415D6F9E-0F33-B0AA-C29F-35F521330D0E}"/>
              </a:ext>
            </a:extLst>
          </p:cNvPr>
          <p:cNvSpPr txBox="1"/>
          <p:nvPr/>
        </p:nvSpPr>
        <p:spPr>
          <a:xfrm>
            <a:off x="6663380" y="2035656"/>
            <a:ext cx="5369869" cy="1600438"/>
          </a:xfrm>
          <a:prstGeom prst="rect">
            <a:avLst/>
          </a:prstGeom>
          <a:noFill/>
        </p:spPr>
        <p:txBody>
          <a:bodyPr wrap="square" rtlCol="0">
            <a:spAutoFit/>
          </a:bodyPr>
          <a:lstStyle/>
          <a:p>
            <a:r>
              <a:rPr lang="en-US" altLang="zh-CN" dirty="0">
                <a:solidFill>
                  <a:srgbClr val="1F2937"/>
                </a:solidFill>
              </a:rPr>
              <a:t>Future improvements: voice navigation, text-to-speech, multilingual support</a:t>
            </a:r>
          </a:p>
          <a:p>
            <a:pPr marL="285750" indent="-285750">
              <a:buFont typeface="Wingdings" pitchFamily="2" charset="2"/>
              <a:buChar char="l"/>
            </a:pPr>
            <a:r>
              <a:rPr lang="en-US" altLang="zh-CN" b="1" dirty="0">
                <a:solidFill>
                  <a:srgbClr val="1F2937"/>
                </a:solidFill>
              </a:rPr>
              <a:t>Challenges:</a:t>
            </a:r>
            <a:r>
              <a:rPr lang="en-US" altLang="zh-CN" dirty="0">
                <a:solidFill>
                  <a:srgbClr val="1F2937"/>
                </a:solidFill>
              </a:rPr>
              <a:t> increased complexity, resource demands, skill gaps</a:t>
            </a:r>
          </a:p>
          <a:p>
            <a:pPr marL="285750" indent="-285750">
              <a:buFont typeface="Wingdings" pitchFamily="2" charset="2"/>
              <a:buChar char="l"/>
            </a:pPr>
            <a:r>
              <a:rPr lang="en-US" altLang="zh-CN" b="1" dirty="0">
                <a:solidFill>
                  <a:srgbClr val="1F2937"/>
                </a:solidFill>
              </a:rPr>
              <a:t>Solutions: </a:t>
            </a:r>
            <a:r>
              <a:rPr lang="en-US" altLang="zh-CN" dirty="0">
                <a:solidFill>
                  <a:srgbClr val="1F2937"/>
                </a:solidFill>
              </a:rPr>
              <a:t>user research, accessibility training, sufficient resource planning</a:t>
            </a:r>
          </a:p>
          <a:p>
            <a:endParaRPr kumimoji="1" lang="zh-CN" altLang="en-US" dirty="0"/>
          </a:p>
        </p:txBody>
      </p:sp>
      <p:sp>
        <p:nvSpPr>
          <p:cNvPr id="4" name="文本框 3">
            <a:extLst>
              <a:ext uri="{FF2B5EF4-FFF2-40B4-BE49-F238E27FC236}">
                <a16:creationId xmlns:a16="http://schemas.microsoft.com/office/drawing/2014/main" id="{E2323C67-678E-49F3-2363-F043AAAF40A8}"/>
              </a:ext>
            </a:extLst>
          </p:cNvPr>
          <p:cNvSpPr txBox="1"/>
          <p:nvPr/>
        </p:nvSpPr>
        <p:spPr>
          <a:xfrm>
            <a:off x="6663381" y="1442106"/>
            <a:ext cx="6221626" cy="480901"/>
          </a:xfrm>
          <a:prstGeom prst="rect">
            <a:avLst/>
          </a:prstGeom>
          <a:noFill/>
        </p:spPr>
        <p:txBody>
          <a:bodyPr wrap="square">
            <a:spAutoFit/>
          </a:bodyPr>
          <a:lstStyle/>
          <a:p>
            <a:pPr lvl="0">
              <a:lnSpc>
                <a:spcPct val="115000"/>
              </a:lnSpc>
            </a:pPr>
            <a:r>
              <a:rPr lang="en-US" altLang="zh-CN" sz="2400" b="1" i="1" u="sng" dirty="0">
                <a:solidFill>
                  <a:schemeClr val="dk1"/>
                </a:solidFill>
              </a:rPr>
              <a:t>Future improvements</a:t>
            </a:r>
          </a:p>
        </p:txBody>
      </p:sp>
    </p:spTree>
  </p:cSld>
  <p:clrMapOvr>
    <a:masterClrMapping/>
  </p:clrMapOvr>
  <mc:AlternateContent xmlns:mc="http://schemas.openxmlformats.org/markup-compatibility/2006" xmlns:p14="http://schemas.microsoft.com/office/powerpoint/2010/main">
    <mc:Choice Requires="p14">
      <p:transition spd="slow" p14:dur="2000" advTm="19331"/>
    </mc:Choice>
    <mc:Fallback xmlns="">
      <p:transition spd="slow" advTm="19331"/>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67"/>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dirty="0"/>
              <a:t>Task D - Life-long learning and future improvement</a:t>
            </a:r>
            <a:endParaRPr dirty="0"/>
          </a:p>
          <a:p>
            <a:pPr marL="0" lvl="0" indent="0" algn="l" rtl="0">
              <a:spcBef>
                <a:spcPts val="0"/>
              </a:spcBef>
              <a:spcAft>
                <a:spcPts val="0"/>
              </a:spcAft>
              <a:buNone/>
            </a:pPr>
            <a:endParaRPr dirty="0"/>
          </a:p>
        </p:txBody>
      </p:sp>
      <p:sp>
        <p:nvSpPr>
          <p:cNvPr id="704" name="Google Shape;704;p67"/>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lnSpcReduction="10000"/>
          </a:bodyPr>
          <a:lstStyle/>
          <a:p>
            <a:pPr marL="0" indent="0">
              <a:lnSpc>
                <a:spcPct val="125000"/>
              </a:lnSpc>
              <a:spcBef>
                <a:spcPts val="0"/>
              </a:spcBef>
              <a:buNone/>
            </a:pPr>
            <a:r>
              <a:rPr lang="en-US" b="1" i="1" u="sng" dirty="0">
                <a:latin typeface="Arial"/>
                <a:cs typeface="Arial"/>
                <a:sym typeface="Arial"/>
              </a:rPr>
              <a:t>Future Plans</a:t>
            </a:r>
            <a:endParaRPr b="1" i="1" u="sng" dirty="0">
              <a:latin typeface="Arial"/>
              <a:cs typeface="Arial"/>
              <a:sym typeface="Arial"/>
            </a:endParaRPr>
          </a:p>
          <a:p>
            <a:pPr marL="457200" lvl="0" indent="-369570" algn="l" rtl="0">
              <a:lnSpc>
                <a:spcPct val="120000"/>
              </a:lnSpc>
              <a:spcBef>
                <a:spcPts val="0"/>
              </a:spcBef>
              <a:spcAft>
                <a:spcPts val="0"/>
              </a:spcAft>
              <a:buSzPct val="100000"/>
              <a:buFont typeface="Arial"/>
              <a:buChar char="●"/>
            </a:pPr>
            <a:r>
              <a:rPr lang="en-US" sz="2400" dirty="0">
                <a:latin typeface="Arial"/>
                <a:ea typeface="Arial"/>
                <a:cs typeface="Arial"/>
                <a:sym typeface="Arial"/>
              </a:rPr>
              <a:t>Optimize user experience</a:t>
            </a:r>
            <a:endParaRPr sz="2400" dirty="0">
              <a:latin typeface="Arial"/>
              <a:ea typeface="Arial"/>
              <a:cs typeface="Arial"/>
              <a:sym typeface="Arial"/>
            </a:endParaRPr>
          </a:p>
          <a:p>
            <a:pPr marL="457200" lvl="0" indent="-369570" algn="l" rtl="0">
              <a:lnSpc>
                <a:spcPct val="120000"/>
              </a:lnSpc>
              <a:spcBef>
                <a:spcPts val="0"/>
              </a:spcBef>
              <a:spcAft>
                <a:spcPts val="0"/>
              </a:spcAft>
              <a:buSzPct val="100000"/>
              <a:buFont typeface="Arial"/>
              <a:buChar char="●"/>
            </a:pPr>
            <a:r>
              <a:rPr lang="en-US" sz="2400" dirty="0">
                <a:latin typeface="Arial"/>
                <a:ea typeface="Arial"/>
                <a:cs typeface="Arial"/>
                <a:sym typeface="Arial"/>
              </a:rPr>
              <a:t>Accessibility features</a:t>
            </a:r>
            <a:endParaRPr sz="2400" dirty="0">
              <a:latin typeface="Arial"/>
              <a:ea typeface="Arial"/>
              <a:cs typeface="Arial"/>
              <a:sym typeface="Arial"/>
            </a:endParaRPr>
          </a:p>
          <a:p>
            <a:pPr marL="457200" lvl="0" indent="-369570" algn="l" rtl="0">
              <a:lnSpc>
                <a:spcPct val="120000"/>
              </a:lnSpc>
              <a:spcBef>
                <a:spcPts val="0"/>
              </a:spcBef>
              <a:spcAft>
                <a:spcPts val="0"/>
              </a:spcAft>
              <a:buSzPct val="100000"/>
              <a:buFont typeface="Arial"/>
              <a:buChar char="●"/>
            </a:pPr>
            <a:r>
              <a:rPr lang="en-US" sz="2400" dirty="0">
                <a:latin typeface="Arial"/>
                <a:ea typeface="Arial"/>
                <a:cs typeface="Arial"/>
                <a:sym typeface="Arial"/>
              </a:rPr>
              <a:t>Better resource planning</a:t>
            </a:r>
            <a:endParaRPr sz="2400" dirty="0">
              <a:latin typeface="Arial"/>
              <a:ea typeface="Arial"/>
              <a:cs typeface="Arial"/>
              <a:sym typeface="Arial"/>
            </a:endParaRPr>
          </a:p>
          <a:p>
            <a:pPr marL="0" lvl="0" indent="0" algn="l" rtl="0">
              <a:lnSpc>
                <a:spcPct val="120000"/>
              </a:lnSpc>
              <a:spcBef>
                <a:spcPts val="0"/>
              </a:spcBef>
              <a:spcAft>
                <a:spcPts val="0"/>
              </a:spcAft>
              <a:buNone/>
            </a:pPr>
            <a:endParaRPr lang="zh-CN" altLang="en-US" sz="2400" dirty="0">
              <a:latin typeface="Arial"/>
              <a:ea typeface="Arial"/>
              <a:cs typeface="Arial"/>
              <a:sym typeface="Arial"/>
            </a:endParaRPr>
          </a:p>
          <a:p>
            <a:pPr marL="0" lvl="0" indent="0" algn="l" rtl="0">
              <a:lnSpc>
                <a:spcPct val="120000"/>
              </a:lnSpc>
              <a:spcBef>
                <a:spcPts val="0"/>
              </a:spcBef>
              <a:spcAft>
                <a:spcPts val="0"/>
              </a:spcAft>
              <a:buNone/>
            </a:pPr>
            <a:endParaRPr lang="zh-CN" altLang="en-US" sz="2400" dirty="0">
              <a:latin typeface="Arial"/>
              <a:ea typeface="Arial"/>
              <a:cs typeface="Arial"/>
              <a:sym typeface="Arial"/>
            </a:endParaRPr>
          </a:p>
          <a:p>
            <a:pPr marL="0" lvl="0" indent="0" algn="l" rtl="0">
              <a:lnSpc>
                <a:spcPct val="115000"/>
              </a:lnSpc>
              <a:spcBef>
                <a:spcPts val="0"/>
              </a:spcBef>
              <a:spcAft>
                <a:spcPts val="0"/>
              </a:spcAft>
              <a:buNone/>
            </a:pPr>
            <a:r>
              <a:rPr lang="en-US" b="1" i="1" u="sng" dirty="0">
                <a:latin typeface="Arial"/>
                <a:ea typeface="Arial"/>
                <a:cs typeface="Arial"/>
                <a:sym typeface="Arial"/>
              </a:rPr>
              <a:t>Personal Learning</a:t>
            </a:r>
          </a:p>
          <a:p>
            <a:pPr marL="457200" lvl="0" indent="-369570" algn="l" rtl="0">
              <a:lnSpc>
                <a:spcPct val="120000"/>
              </a:lnSpc>
              <a:spcBef>
                <a:spcPts val="0"/>
              </a:spcBef>
              <a:spcAft>
                <a:spcPts val="0"/>
              </a:spcAft>
              <a:buSzPct val="100000"/>
              <a:buFont typeface="Arial"/>
              <a:buChar char="●"/>
            </a:pPr>
            <a:r>
              <a:rPr lang="en-US" sz="2400" dirty="0">
                <a:latin typeface="Arial"/>
                <a:ea typeface="Arial"/>
                <a:cs typeface="Arial"/>
                <a:sym typeface="Arial"/>
              </a:rPr>
              <a:t>Enhance OOP skills: class design, encapsulation, abstraction</a:t>
            </a:r>
          </a:p>
          <a:p>
            <a:pPr marL="457200" lvl="0" indent="-369570" algn="l" rtl="0">
              <a:lnSpc>
                <a:spcPct val="120000"/>
              </a:lnSpc>
              <a:spcBef>
                <a:spcPts val="0"/>
              </a:spcBef>
              <a:spcAft>
                <a:spcPts val="0"/>
              </a:spcAft>
              <a:buClr>
                <a:srgbClr val="1F2937"/>
              </a:buClr>
              <a:buSzPct val="100000"/>
              <a:buFont typeface="Arial"/>
              <a:buChar char="●"/>
            </a:pPr>
            <a:r>
              <a:rPr lang="en-US" sz="2400" dirty="0">
                <a:solidFill>
                  <a:srgbClr val="1F2937"/>
                </a:solidFill>
                <a:latin typeface="Arial"/>
                <a:ea typeface="Arial"/>
                <a:cs typeface="Arial"/>
                <a:sym typeface="Arial"/>
              </a:rPr>
              <a:t>Practical experience with graph and sorting algorithms</a:t>
            </a:r>
          </a:p>
          <a:p>
            <a:pPr marL="457200" lvl="0" indent="-369570" algn="l" rtl="0">
              <a:lnSpc>
                <a:spcPct val="120000"/>
              </a:lnSpc>
              <a:spcBef>
                <a:spcPts val="0"/>
              </a:spcBef>
              <a:spcAft>
                <a:spcPts val="0"/>
              </a:spcAft>
              <a:buClr>
                <a:srgbClr val="1F2937"/>
              </a:buClr>
              <a:buSzPct val="100000"/>
              <a:buFont typeface="Arial"/>
              <a:buChar char="●"/>
            </a:pPr>
            <a:r>
              <a:rPr lang="en-US" sz="2400" dirty="0">
                <a:solidFill>
                  <a:srgbClr val="1F2937"/>
                </a:solidFill>
                <a:latin typeface="Arial"/>
                <a:ea typeface="Arial"/>
                <a:cs typeface="Arial"/>
                <a:sym typeface="Arial"/>
              </a:rPr>
              <a:t>Improve teamwork, communication, and problem-solving abilities</a:t>
            </a:r>
          </a:p>
          <a:p>
            <a:pPr marL="0" lvl="0" indent="0" algn="l" rtl="0">
              <a:lnSpc>
                <a:spcPct val="115000"/>
              </a:lnSpc>
              <a:spcBef>
                <a:spcPts val="0"/>
              </a:spcBef>
              <a:spcAft>
                <a:spcPts val="0"/>
              </a:spcAft>
              <a:buClr>
                <a:schemeClr val="dk1"/>
              </a:buClr>
              <a:buSzPct val="39286"/>
              <a:buFont typeface="Arial"/>
              <a:buNone/>
            </a:pPr>
            <a:endParaRPr lang="zh-CN" altLang="en-US" b="1" i="1" u="sng" dirty="0">
              <a:latin typeface="Arial"/>
              <a:ea typeface="Arial"/>
              <a:cs typeface="Arial"/>
              <a:sym typeface="Arial"/>
            </a:endParaRPr>
          </a:p>
          <a:p>
            <a:pPr marL="0" lvl="0" indent="0" algn="l" rtl="0">
              <a:spcBef>
                <a:spcPts val="1000"/>
              </a:spcBef>
              <a:spcAft>
                <a:spcPts val="0"/>
              </a:spcAft>
              <a:buNone/>
            </a:pPr>
            <a:endParaRPr dirty="0"/>
          </a:p>
        </p:txBody>
      </p:sp>
      <p:sp>
        <p:nvSpPr>
          <p:cNvPr id="705" name="Google Shape;705;p67"/>
          <p:cNvSpPr txBox="1">
            <a:spLocks noGrp="1"/>
          </p:cNvSpPr>
          <p:nvPr>
            <p:ph type="sldNum" idx="12"/>
          </p:nvPr>
        </p:nvSpPr>
        <p:spPr>
          <a:xfrm>
            <a:off x="90678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cSld>
  <p:clrMapOvr>
    <a:masterClrMapping/>
  </p:clrMapOvr>
  <mc:AlternateContent xmlns:mc="http://schemas.openxmlformats.org/markup-compatibility/2006" xmlns:p14="http://schemas.microsoft.com/office/powerpoint/2010/main">
    <mc:Choice Requires="p14">
      <p:transition spd="slow" p14:dur="2000" advTm="17075"/>
    </mc:Choice>
    <mc:Fallback xmlns="">
      <p:transition spd="slow" advTm="17075"/>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p68"/>
          <p:cNvSpPr txBox="1"/>
          <p:nvPr/>
        </p:nvSpPr>
        <p:spPr>
          <a:xfrm>
            <a:off x="2209800" y="2336210"/>
            <a:ext cx="7772400" cy="14700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44"/>
              </a:buClr>
              <a:buSzPts val="6000"/>
              <a:buFont typeface="Calibri"/>
              <a:buNone/>
            </a:pPr>
            <a:r>
              <a:rPr lang="en-US" sz="6000" b="1" i="0" u="none" strike="noStrike" cap="none">
                <a:solidFill>
                  <a:srgbClr val="000044"/>
                </a:solidFill>
                <a:latin typeface="Calibri"/>
                <a:ea typeface="Calibri"/>
                <a:cs typeface="Calibri"/>
                <a:sym typeface="Calibri"/>
              </a:rPr>
              <a:t>THANK YOU</a:t>
            </a:r>
            <a:endParaRPr sz="6000" b="1" i="0" u="none" strike="noStrike" cap="none">
              <a:solidFill>
                <a:srgbClr val="000044"/>
              </a:solidFill>
              <a:latin typeface="Calibri"/>
              <a:ea typeface="Calibri"/>
              <a:cs typeface="Calibri"/>
              <a:sym typeface="Calibri"/>
            </a:endParaRPr>
          </a:p>
        </p:txBody>
      </p:sp>
      <p:pic>
        <p:nvPicPr>
          <p:cNvPr id="713" name="Google Shape;713;p68"/>
          <p:cNvPicPr preferRelativeResize="0"/>
          <p:nvPr/>
        </p:nvPicPr>
        <p:blipFill rotWithShape="1">
          <a:blip r:embed="rId3">
            <a:alphaModFix/>
          </a:blip>
          <a:srcRect/>
          <a:stretch/>
        </p:blipFill>
        <p:spPr>
          <a:xfrm>
            <a:off x="3727628" y="5296887"/>
            <a:ext cx="4736744" cy="1005870"/>
          </a:xfrm>
          <a:prstGeom prst="rect">
            <a:avLst/>
          </a:prstGeom>
          <a:noFill/>
          <a:ln>
            <a:noFill/>
          </a:ln>
        </p:spPr>
      </p:pic>
      <p:sp>
        <p:nvSpPr>
          <p:cNvPr id="714" name="Google Shape;714;p68"/>
          <p:cNvSpPr txBox="1">
            <a:spLocks noGrp="1"/>
          </p:cNvSpPr>
          <p:nvPr>
            <p:ph type="sldNum" idx="12"/>
          </p:nvPr>
        </p:nvSpPr>
        <p:spPr>
          <a:xfrm>
            <a:off x="90678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mc:AlternateContent xmlns:mc="http://schemas.openxmlformats.org/markup-compatibility/2006" xmlns:p14="http://schemas.microsoft.com/office/powerpoint/2010/main">
    <mc:Choice Requires="p14">
      <p:transition spd="slow" p14:dur="2000" advTm="4233"/>
    </mc:Choice>
    <mc:Fallback xmlns="">
      <p:transition spd="slow" advTm="4233"/>
    </mc:Fallback>
  </mc:AlternateContent>
</p:sld>
</file>

<file path=ppt/theme/theme1.xml><?xml version="1.0" encoding="utf-8"?>
<a:theme xmlns:a="http://schemas.openxmlformats.org/drawingml/2006/main" name="XJTLU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XJTLU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TotalTime>
  <Words>1818</Words>
  <Application>Microsoft Macintosh PowerPoint</Application>
  <PresentationFormat>宽屏</PresentationFormat>
  <Paragraphs>296</Paragraphs>
  <Slides>30</Slides>
  <Notes>30</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30</vt:i4>
      </vt:variant>
    </vt:vector>
  </HeadingPairs>
  <TitlesOfParts>
    <vt:vector size="38" baseType="lpstr">
      <vt:lpstr>Bahnschrift SemiBold SemiConden</vt:lpstr>
      <vt:lpstr>Material Icons</vt:lpstr>
      <vt:lpstr>Arial</vt:lpstr>
      <vt:lpstr>Calibri</vt:lpstr>
      <vt:lpstr>Courier New</vt:lpstr>
      <vt:lpstr>Wingdings</vt:lpstr>
      <vt:lpstr>XJTLU THEME</vt:lpstr>
      <vt:lpstr>XJTLU THEME</vt:lpstr>
      <vt:lpstr>PowerPoint 演示文稿</vt:lpstr>
      <vt:lpstr>Content</vt:lpstr>
      <vt:lpstr>Project Introduction</vt:lpstr>
      <vt:lpstr>PowerPoint 演示文稿</vt:lpstr>
      <vt:lpstr>Task A Specification </vt:lpstr>
      <vt:lpstr>Task A - Algorithm Implementation</vt:lpstr>
      <vt:lpstr>PowerPoint 演示文稿</vt:lpstr>
      <vt:lpstr>Task A - Experimental Results</vt:lpstr>
      <vt:lpstr>Task A - Dataset Characteristics</vt:lpstr>
      <vt:lpstr>Task A - Analysis</vt:lpstr>
      <vt:lpstr>Task A - Additional Experiment - Different Pivot Types  </vt:lpstr>
      <vt:lpstr>PowerPoint 演示文稿</vt:lpstr>
      <vt:lpstr>PowerPoint 演示文稿</vt:lpstr>
      <vt:lpstr>PowerPoint 演示文稿</vt:lpstr>
      <vt:lpstr>Task B - Graph Construction</vt:lpstr>
      <vt:lpstr>Task B - Query I/O Implementation </vt:lpstr>
      <vt:lpstr>Task B - Experimental Results </vt:lpstr>
      <vt:lpstr>Task B - Algorithm Choose </vt:lpstr>
      <vt:lpstr>Task B -  Dijkstra’s Algorithm  </vt:lpstr>
      <vt:lpstr>PowerPoint 演示文稿</vt:lpstr>
      <vt:lpstr>PowerPoint 演示文稿</vt:lpstr>
      <vt:lpstr>Task C - Design of the Overall Application</vt:lpstr>
      <vt:lpstr>Task C - WorkFlow</vt:lpstr>
      <vt:lpstr>Task C - Overview of Classes We Use</vt:lpstr>
      <vt:lpstr>Task C - OOP Design Principles</vt:lpstr>
      <vt:lpstr>PowerPoint 演示文稿</vt:lpstr>
      <vt:lpstr>Task D - AI-assisted planning and collaboration</vt:lpstr>
      <vt:lpstr>Task D - Equality, Diversity, and Inclusion</vt:lpstr>
      <vt:lpstr>Task D - Life-long learning and future improvement </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A3350@365mmt.com</cp:lastModifiedBy>
  <cp:revision>24</cp:revision>
  <dcterms:modified xsi:type="dcterms:W3CDTF">2026-05-26T12:00:28Z</dcterms:modified>
</cp:coreProperties>
</file>